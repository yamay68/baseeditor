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98" autoAdjust="0"/>
    <p:restoredTop sz="94660"/>
  </p:normalViewPr>
  <p:slideViewPr>
    <p:cSldViewPr snapToGrid="0">
      <p:cViewPr varScale="1">
        <p:scale>
          <a:sx n="113" d="100"/>
          <a:sy n="113" d="100"/>
        </p:scale>
        <p:origin x="34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B1A4D8C-A8D6-4F5A-90D7-C6AE9EC69983}"/>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8E4DE1F4-7681-4D9F-A0D4-02B86E66B5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84C80AA7-3517-4128-9BA1-426175827070}"/>
              </a:ext>
            </a:extLst>
          </p:cNvPr>
          <p:cNvSpPr>
            <a:spLocks noGrp="1"/>
          </p:cNvSpPr>
          <p:nvPr>
            <p:ph type="dt" sz="half" idx="10"/>
          </p:nvPr>
        </p:nvSpPr>
        <p:spPr/>
        <p:txBody>
          <a:bodyPr/>
          <a:lstStyle/>
          <a:p>
            <a:fld id="{8E9B938B-585C-4260-B0D2-1C3452F79A7D}" type="datetimeFigureOut">
              <a:rPr kumimoji="1" lang="ja-JP" altLang="en-US" smtClean="0"/>
              <a:t>2026/2/10</a:t>
            </a:fld>
            <a:endParaRPr kumimoji="1" lang="ja-JP" altLang="en-US"/>
          </a:p>
        </p:txBody>
      </p:sp>
      <p:sp>
        <p:nvSpPr>
          <p:cNvPr id="5" name="フッター プレースホルダー 4">
            <a:extLst>
              <a:ext uri="{FF2B5EF4-FFF2-40B4-BE49-F238E27FC236}">
                <a16:creationId xmlns:a16="http://schemas.microsoft.com/office/drawing/2014/main" id="{EF3BDCC3-CC0C-4DF2-8040-2A8E8236A4C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40D3290-BE17-4577-AA55-7E6986A6BBDC}"/>
              </a:ext>
            </a:extLst>
          </p:cNvPr>
          <p:cNvSpPr>
            <a:spLocks noGrp="1"/>
          </p:cNvSpPr>
          <p:nvPr>
            <p:ph type="sldNum" sz="quarter" idx="12"/>
          </p:nvPr>
        </p:nvSpPr>
        <p:spPr/>
        <p:txBody>
          <a:bodyPr/>
          <a:lstStyle/>
          <a:p>
            <a:fld id="{56CB8C28-13F6-48E6-BD55-EB166E99F28C}" type="slidenum">
              <a:rPr kumimoji="1" lang="ja-JP" altLang="en-US" smtClean="0"/>
              <a:t>‹#›</a:t>
            </a:fld>
            <a:endParaRPr kumimoji="1" lang="ja-JP" altLang="en-US"/>
          </a:p>
        </p:txBody>
      </p:sp>
    </p:spTree>
    <p:extLst>
      <p:ext uri="{BB962C8B-B14F-4D97-AF65-F5344CB8AC3E}">
        <p14:creationId xmlns:p14="http://schemas.microsoft.com/office/powerpoint/2010/main" val="26293162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8B8E876-1BA3-45A7-850F-28A780C22B39}"/>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24094B5B-8BBE-42AA-A33D-88966BCA3138}"/>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C1E5183-2C37-41A2-A3B6-DA1456C2CFEB}"/>
              </a:ext>
            </a:extLst>
          </p:cNvPr>
          <p:cNvSpPr>
            <a:spLocks noGrp="1"/>
          </p:cNvSpPr>
          <p:nvPr>
            <p:ph type="dt" sz="half" idx="10"/>
          </p:nvPr>
        </p:nvSpPr>
        <p:spPr/>
        <p:txBody>
          <a:bodyPr/>
          <a:lstStyle/>
          <a:p>
            <a:fld id="{8E9B938B-585C-4260-B0D2-1C3452F79A7D}" type="datetimeFigureOut">
              <a:rPr kumimoji="1" lang="ja-JP" altLang="en-US" smtClean="0"/>
              <a:t>2026/2/10</a:t>
            </a:fld>
            <a:endParaRPr kumimoji="1" lang="ja-JP" altLang="en-US"/>
          </a:p>
        </p:txBody>
      </p:sp>
      <p:sp>
        <p:nvSpPr>
          <p:cNvPr id="5" name="フッター プレースホルダー 4">
            <a:extLst>
              <a:ext uri="{FF2B5EF4-FFF2-40B4-BE49-F238E27FC236}">
                <a16:creationId xmlns:a16="http://schemas.microsoft.com/office/drawing/2014/main" id="{114E5F7D-944B-4C44-B1C8-0E0BB6F3AEC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FCD85CB-D853-4E22-B3A9-EFE06591D6F6}"/>
              </a:ext>
            </a:extLst>
          </p:cNvPr>
          <p:cNvSpPr>
            <a:spLocks noGrp="1"/>
          </p:cNvSpPr>
          <p:nvPr>
            <p:ph type="sldNum" sz="quarter" idx="12"/>
          </p:nvPr>
        </p:nvSpPr>
        <p:spPr/>
        <p:txBody>
          <a:bodyPr/>
          <a:lstStyle/>
          <a:p>
            <a:fld id="{56CB8C28-13F6-48E6-BD55-EB166E99F28C}" type="slidenum">
              <a:rPr kumimoji="1" lang="ja-JP" altLang="en-US" smtClean="0"/>
              <a:t>‹#›</a:t>
            </a:fld>
            <a:endParaRPr kumimoji="1" lang="ja-JP" altLang="en-US"/>
          </a:p>
        </p:txBody>
      </p:sp>
    </p:spTree>
    <p:extLst>
      <p:ext uri="{BB962C8B-B14F-4D97-AF65-F5344CB8AC3E}">
        <p14:creationId xmlns:p14="http://schemas.microsoft.com/office/powerpoint/2010/main" val="26371816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68F5BCF-FC67-4058-B926-36B236E59ACA}"/>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08B6756-D02E-490E-8359-41BCA91DD10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66531B39-E995-496D-A14C-95148F71210B}"/>
              </a:ext>
            </a:extLst>
          </p:cNvPr>
          <p:cNvSpPr>
            <a:spLocks noGrp="1"/>
          </p:cNvSpPr>
          <p:nvPr>
            <p:ph type="dt" sz="half" idx="10"/>
          </p:nvPr>
        </p:nvSpPr>
        <p:spPr/>
        <p:txBody>
          <a:bodyPr/>
          <a:lstStyle/>
          <a:p>
            <a:fld id="{8E9B938B-585C-4260-B0D2-1C3452F79A7D}" type="datetimeFigureOut">
              <a:rPr kumimoji="1" lang="ja-JP" altLang="en-US" smtClean="0"/>
              <a:t>2026/2/10</a:t>
            </a:fld>
            <a:endParaRPr kumimoji="1" lang="ja-JP" altLang="en-US"/>
          </a:p>
        </p:txBody>
      </p:sp>
      <p:sp>
        <p:nvSpPr>
          <p:cNvPr id="5" name="フッター プレースホルダー 4">
            <a:extLst>
              <a:ext uri="{FF2B5EF4-FFF2-40B4-BE49-F238E27FC236}">
                <a16:creationId xmlns:a16="http://schemas.microsoft.com/office/drawing/2014/main" id="{248296A6-E92E-47C9-8199-A67B21703B9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2754C29-6891-4C75-917C-3647CE15CAEC}"/>
              </a:ext>
            </a:extLst>
          </p:cNvPr>
          <p:cNvSpPr>
            <a:spLocks noGrp="1"/>
          </p:cNvSpPr>
          <p:nvPr>
            <p:ph type="sldNum" sz="quarter" idx="12"/>
          </p:nvPr>
        </p:nvSpPr>
        <p:spPr/>
        <p:txBody>
          <a:bodyPr/>
          <a:lstStyle/>
          <a:p>
            <a:fld id="{56CB8C28-13F6-48E6-BD55-EB166E99F28C}" type="slidenum">
              <a:rPr kumimoji="1" lang="ja-JP" altLang="en-US" smtClean="0"/>
              <a:t>‹#›</a:t>
            </a:fld>
            <a:endParaRPr kumimoji="1" lang="ja-JP" altLang="en-US"/>
          </a:p>
        </p:txBody>
      </p:sp>
    </p:spTree>
    <p:extLst>
      <p:ext uri="{BB962C8B-B14F-4D97-AF65-F5344CB8AC3E}">
        <p14:creationId xmlns:p14="http://schemas.microsoft.com/office/powerpoint/2010/main" val="18606839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92314CC-8C2B-467B-9C15-568456BCBE06}"/>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E7848EFF-D1C5-4B83-B281-0F6BE8905951}"/>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E924B25-2FFD-4F60-8314-22887B79E5B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4FF90FB8-BA6D-47A2-9435-44CE669B3FD7}"/>
              </a:ext>
            </a:extLst>
          </p:cNvPr>
          <p:cNvSpPr>
            <a:spLocks noGrp="1"/>
          </p:cNvSpPr>
          <p:nvPr>
            <p:ph type="dt" sz="half" idx="10"/>
          </p:nvPr>
        </p:nvSpPr>
        <p:spPr/>
        <p:txBody>
          <a:bodyPr/>
          <a:lstStyle/>
          <a:p>
            <a:fld id="{8E9B938B-585C-4260-B0D2-1C3452F79A7D}" type="datetimeFigureOut">
              <a:rPr kumimoji="1" lang="ja-JP" altLang="en-US" smtClean="0"/>
              <a:t>2026/2/10</a:t>
            </a:fld>
            <a:endParaRPr kumimoji="1" lang="ja-JP" altLang="en-US"/>
          </a:p>
        </p:txBody>
      </p:sp>
      <p:sp>
        <p:nvSpPr>
          <p:cNvPr id="6" name="フッター プレースホルダー 5">
            <a:extLst>
              <a:ext uri="{FF2B5EF4-FFF2-40B4-BE49-F238E27FC236}">
                <a16:creationId xmlns:a16="http://schemas.microsoft.com/office/drawing/2014/main" id="{F3E1A563-B1B6-4D21-B579-BA7B18C18103}"/>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866DBA91-2226-42B6-8244-BB9E6E8F385D}"/>
              </a:ext>
            </a:extLst>
          </p:cNvPr>
          <p:cNvSpPr>
            <a:spLocks noGrp="1"/>
          </p:cNvSpPr>
          <p:nvPr>
            <p:ph type="sldNum" sz="quarter" idx="12"/>
          </p:nvPr>
        </p:nvSpPr>
        <p:spPr/>
        <p:txBody>
          <a:bodyPr/>
          <a:lstStyle/>
          <a:p>
            <a:fld id="{56CB8C28-13F6-48E6-BD55-EB166E99F28C}" type="slidenum">
              <a:rPr kumimoji="1" lang="ja-JP" altLang="en-US" smtClean="0"/>
              <a:t>‹#›</a:t>
            </a:fld>
            <a:endParaRPr kumimoji="1" lang="ja-JP" altLang="en-US"/>
          </a:p>
        </p:txBody>
      </p:sp>
    </p:spTree>
    <p:extLst>
      <p:ext uri="{BB962C8B-B14F-4D97-AF65-F5344CB8AC3E}">
        <p14:creationId xmlns:p14="http://schemas.microsoft.com/office/powerpoint/2010/main" val="31751539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2947643-AF56-4790-AC7C-4A0E74B9D872}"/>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EB26581-37F1-4066-B56D-68E7C626642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AF7DBA19-763C-484B-B80A-6DA7879BD100}"/>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829118E6-BE3A-4D46-96A4-EF290C6626B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39CDF203-3183-4C02-8560-FA808D65D73B}"/>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AD2C9838-29A4-416A-B9D5-17BD6E2AB748}"/>
              </a:ext>
            </a:extLst>
          </p:cNvPr>
          <p:cNvSpPr>
            <a:spLocks noGrp="1"/>
          </p:cNvSpPr>
          <p:nvPr>
            <p:ph type="dt" sz="half" idx="10"/>
          </p:nvPr>
        </p:nvSpPr>
        <p:spPr/>
        <p:txBody>
          <a:bodyPr/>
          <a:lstStyle/>
          <a:p>
            <a:fld id="{8E9B938B-585C-4260-B0D2-1C3452F79A7D}" type="datetimeFigureOut">
              <a:rPr kumimoji="1" lang="ja-JP" altLang="en-US" smtClean="0"/>
              <a:t>2026/2/10</a:t>
            </a:fld>
            <a:endParaRPr kumimoji="1" lang="ja-JP" altLang="en-US"/>
          </a:p>
        </p:txBody>
      </p:sp>
      <p:sp>
        <p:nvSpPr>
          <p:cNvPr id="8" name="フッター プレースホルダー 7">
            <a:extLst>
              <a:ext uri="{FF2B5EF4-FFF2-40B4-BE49-F238E27FC236}">
                <a16:creationId xmlns:a16="http://schemas.microsoft.com/office/drawing/2014/main" id="{9A437CFF-9E32-42A0-AC7A-9524C7FA4A90}"/>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DE22281A-8DD2-4D07-8081-7F03681B80A5}"/>
              </a:ext>
            </a:extLst>
          </p:cNvPr>
          <p:cNvSpPr>
            <a:spLocks noGrp="1"/>
          </p:cNvSpPr>
          <p:nvPr>
            <p:ph type="sldNum" sz="quarter" idx="12"/>
          </p:nvPr>
        </p:nvSpPr>
        <p:spPr/>
        <p:txBody>
          <a:bodyPr/>
          <a:lstStyle/>
          <a:p>
            <a:fld id="{56CB8C28-13F6-48E6-BD55-EB166E99F28C}" type="slidenum">
              <a:rPr kumimoji="1" lang="ja-JP" altLang="en-US" smtClean="0"/>
              <a:t>‹#›</a:t>
            </a:fld>
            <a:endParaRPr kumimoji="1" lang="ja-JP" altLang="en-US"/>
          </a:p>
        </p:txBody>
      </p:sp>
    </p:spTree>
    <p:extLst>
      <p:ext uri="{BB962C8B-B14F-4D97-AF65-F5344CB8AC3E}">
        <p14:creationId xmlns:p14="http://schemas.microsoft.com/office/powerpoint/2010/main" val="21772728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673626E-C6F5-4C71-AE84-94B368ECF60E}"/>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68E8F76B-DAE1-4C87-B876-B8DDE45B4C7C}"/>
              </a:ext>
            </a:extLst>
          </p:cNvPr>
          <p:cNvSpPr>
            <a:spLocks noGrp="1"/>
          </p:cNvSpPr>
          <p:nvPr>
            <p:ph type="dt" sz="half" idx="10"/>
          </p:nvPr>
        </p:nvSpPr>
        <p:spPr/>
        <p:txBody>
          <a:bodyPr/>
          <a:lstStyle/>
          <a:p>
            <a:fld id="{8E9B938B-585C-4260-B0D2-1C3452F79A7D}" type="datetimeFigureOut">
              <a:rPr kumimoji="1" lang="ja-JP" altLang="en-US" smtClean="0"/>
              <a:t>2026/2/10</a:t>
            </a:fld>
            <a:endParaRPr kumimoji="1" lang="ja-JP" altLang="en-US"/>
          </a:p>
        </p:txBody>
      </p:sp>
      <p:sp>
        <p:nvSpPr>
          <p:cNvPr id="4" name="フッター プレースホルダー 3">
            <a:extLst>
              <a:ext uri="{FF2B5EF4-FFF2-40B4-BE49-F238E27FC236}">
                <a16:creationId xmlns:a16="http://schemas.microsoft.com/office/drawing/2014/main" id="{CA1D74F7-6738-4E3B-8CF3-BE43DD342284}"/>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B4A0082F-17A3-4031-A0BA-AC58801130C7}"/>
              </a:ext>
            </a:extLst>
          </p:cNvPr>
          <p:cNvSpPr>
            <a:spLocks noGrp="1"/>
          </p:cNvSpPr>
          <p:nvPr>
            <p:ph type="sldNum" sz="quarter" idx="12"/>
          </p:nvPr>
        </p:nvSpPr>
        <p:spPr/>
        <p:txBody>
          <a:bodyPr/>
          <a:lstStyle/>
          <a:p>
            <a:fld id="{56CB8C28-13F6-48E6-BD55-EB166E99F28C}" type="slidenum">
              <a:rPr kumimoji="1" lang="ja-JP" altLang="en-US" smtClean="0"/>
              <a:t>‹#›</a:t>
            </a:fld>
            <a:endParaRPr kumimoji="1" lang="ja-JP" altLang="en-US"/>
          </a:p>
        </p:txBody>
      </p:sp>
    </p:spTree>
    <p:extLst>
      <p:ext uri="{BB962C8B-B14F-4D97-AF65-F5344CB8AC3E}">
        <p14:creationId xmlns:p14="http://schemas.microsoft.com/office/powerpoint/2010/main" val="27200005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31CC0A1B-012E-4B8F-9BAF-F89B3AC603D6}"/>
              </a:ext>
            </a:extLst>
          </p:cNvPr>
          <p:cNvSpPr>
            <a:spLocks noGrp="1"/>
          </p:cNvSpPr>
          <p:nvPr>
            <p:ph type="dt" sz="half" idx="10"/>
          </p:nvPr>
        </p:nvSpPr>
        <p:spPr/>
        <p:txBody>
          <a:bodyPr/>
          <a:lstStyle/>
          <a:p>
            <a:fld id="{8E9B938B-585C-4260-B0D2-1C3452F79A7D}" type="datetimeFigureOut">
              <a:rPr kumimoji="1" lang="ja-JP" altLang="en-US" smtClean="0"/>
              <a:t>2026/2/10</a:t>
            </a:fld>
            <a:endParaRPr kumimoji="1" lang="ja-JP" altLang="en-US"/>
          </a:p>
        </p:txBody>
      </p:sp>
      <p:sp>
        <p:nvSpPr>
          <p:cNvPr id="3" name="フッター プレースホルダー 2">
            <a:extLst>
              <a:ext uri="{FF2B5EF4-FFF2-40B4-BE49-F238E27FC236}">
                <a16:creationId xmlns:a16="http://schemas.microsoft.com/office/drawing/2014/main" id="{ECE91A60-4C54-4FA7-97F0-1F57C46A211E}"/>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FCFD731E-C141-4019-A673-CF1C4CE0C443}"/>
              </a:ext>
            </a:extLst>
          </p:cNvPr>
          <p:cNvSpPr>
            <a:spLocks noGrp="1"/>
          </p:cNvSpPr>
          <p:nvPr>
            <p:ph type="sldNum" sz="quarter" idx="12"/>
          </p:nvPr>
        </p:nvSpPr>
        <p:spPr/>
        <p:txBody>
          <a:bodyPr/>
          <a:lstStyle/>
          <a:p>
            <a:fld id="{56CB8C28-13F6-48E6-BD55-EB166E99F28C}" type="slidenum">
              <a:rPr kumimoji="1" lang="ja-JP" altLang="en-US" smtClean="0"/>
              <a:t>‹#›</a:t>
            </a:fld>
            <a:endParaRPr kumimoji="1" lang="ja-JP" altLang="en-US"/>
          </a:p>
        </p:txBody>
      </p:sp>
    </p:spTree>
    <p:extLst>
      <p:ext uri="{BB962C8B-B14F-4D97-AF65-F5344CB8AC3E}">
        <p14:creationId xmlns:p14="http://schemas.microsoft.com/office/powerpoint/2010/main" val="24741419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E42D022-E3F6-42AC-8D67-21DD16163381}"/>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4CAA7DB-DA66-4E08-A98B-19A2810A6C1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380D9BD0-E8DF-44ED-88D4-9D0648218C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D085C995-BF17-4D48-BAE8-30570CAABEC0}"/>
              </a:ext>
            </a:extLst>
          </p:cNvPr>
          <p:cNvSpPr>
            <a:spLocks noGrp="1"/>
          </p:cNvSpPr>
          <p:nvPr>
            <p:ph type="dt" sz="half" idx="10"/>
          </p:nvPr>
        </p:nvSpPr>
        <p:spPr/>
        <p:txBody>
          <a:bodyPr/>
          <a:lstStyle/>
          <a:p>
            <a:fld id="{8E9B938B-585C-4260-B0D2-1C3452F79A7D}" type="datetimeFigureOut">
              <a:rPr kumimoji="1" lang="ja-JP" altLang="en-US" smtClean="0"/>
              <a:t>2026/2/10</a:t>
            </a:fld>
            <a:endParaRPr kumimoji="1" lang="ja-JP" altLang="en-US"/>
          </a:p>
        </p:txBody>
      </p:sp>
      <p:sp>
        <p:nvSpPr>
          <p:cNvPr id="6" name="フッター プレースホルダー 5">
            <a:extLst>
              <a:ext uri="{FF2B5EF4-FFF2-40B4-BE49-F238E27FC236}">
                <a16:creationId xmlns:a16="http://schemas.microsoft.com/office/drawing/2014/main" id="{75FF4391-BA0F-4D5A-847B-190880F37F3E}"/>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6570F423-DB37-42B2-9818-5D9417415FBC}"/>
              </a:ext>
            </a:extLst>
          </p:cNvPr>
          <p:cNvSpPr>
            <a:spLocks noGrp="1"/>
          </p:cNvSpPr>
          <p:nvPr>
            <p:ph type="sldNum" sz="quarter" idx="12"/>
          </p:nvPr>
        </p:nvSpPr>
        <p:spPr/>
        <p:txBody>
          <a:bodyPr/>
          <a:lstStyle/>
          <a:p>
            <a:fld id="{56CB8C28-13F6-48E6-BD55-EB166E99F28C}" type="slidenum">
              <a:rPr kumimoji="1" lang="ja-JP" altLang="en-US" smtClean="0"/>
              <a:t>‹#›</a:t>
            </a:fld>
            <a:endParaRPr kumimoji="1" lang="ja-JP" altLang="en-US"/>
          </a:p>
        </p:txBody>
      </p:sp>
    </p:spTree>
    <p:extLst>
      <p:ext uri="{BB962C8B-B14F-4D97-AF65-F5344CB8AC3E}">
        <p14:creationId xmlns:p14="http://schemas.microsoft.com/office/powerpoint/2010/main" val="9997619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0A68FCF-2E81-4370-9AC4-8DA7013E1E01}"/>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95EDF961-C9D7-45DD-B4BB-ED529037885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D5821D6E-C48C-47C5-83F2-D768344065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744711A9-002D-40DE-97BA-F46C1ED046AB}"/>
              </a:ext>
            </a:extLst>
          </p:cNvPr>
          <p:cNvSpPr>
            <a:spLocks noGrp="1"/>
          </p:cNvSpPr>
          <p:nvPr>
            <p:ph type="dt" sz="half" idx="10"/>
          </p:nvPr>
        </p:nvSpPr>
        <p:spPr/>
        <p:txBody>
          <a:bodyPr/>
          <a:lstStyle/>
          <a:p>
            <a:fld id="{8E9B938B-585C-4260-B0D2-1C3452F79A7D}" type="datetimeFigureOut">
              <a:rPr kumimoji="1" lang="ja-JP" altLang="en-US" smtClean="0"/>
              <a:t>2026/2/10</a:t>
            </a:fld>
            <a:endParaRPr kumimoji="1" lang="ja-JP" altLang="en-US"/>
          </a:p>
        </p:txBody>
      </p:sp>
      <p:sp>
        <p:nvSpPr>
          <p:cNvPr id="6" name="フッター プレースホルダー 5">
            <a:extLst>
              <a:ext uri="{FF2B5EF4-FFF2-40B4-BE49-F238E27FC236}">
                <a16:creationId xmlns:a16="http://schemas.microsoft.com/office/drawing/2014/main" id="{C30108E2-DD7A-4419-A06A-E5F18DEFE7F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AF69A80-C63E-436A-B6AD-B654E1557142}"/>
              </a:ext>
            </a:extLst>
          </p:cNvPr>
          <p:cNvSpPr>
            <a:spLocks noGrp="1"/>
          </p:cNvSpPr>
          <p:nvPr>
            <p:ph type="sldNum" sz="quarter" idx="12"/>
          </p:nvPr>
        </p:nvSpPr>
        <p:spPr/>
        <p:txBody>
          <a:bodyPr/>
          <a:lstStyle/>
          <a:p>
            <a:fld id="{56CB8C28-13F6-48E6-BD55-EB166E99F28C}" type="slidenum">
              <a:rPr kumimoji="1" lang="ja-JP" altLang="en-US" smtClean="0"/>
              <a:t>‹#›</a:t>
            </a:fld>
            <a:endParaRPr kumimoji="1" lang="ja-JP" altLang="en-US"/>
          </a:p>
        </p:txBody>
      </p:sp>
    </p:spTree>
    <p:extLst>
      <p:ext uri="{BB962C8B-B14F-4D97-AF65-F5344CB8AC3E}">
        <p14:creationId xmlns:p14="http://schemas.microsoft.com/office/powerpoint/2010/main" val="32349973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86FE9C1-2523-41F6-B832-43F0609947C9}"/>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AEF47160-311B-42D9-9B42-6EAEB8FEC379}"/>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37373D2-B516-4BA7-93CC-7D8D03F7A5DE}"/>
              </a:ext>
            </a:extLst>
          </p:cNvPr>
          <p:cNvSpPr>
            <a:spLocks noGrp="1"/>
          </p:cNvSpPr>
          <p:nvPr>
            <p:ph type="dt" sz="half" idx="10"/>
          </p:nvPr>
        </p:nvSpPr>
        <p:spPr/>
        <p:txBody>
          <a:bodyPr/>
          <a:lstStyle/>
          <a:p>
            <a:fld id="{8E9B938B-585C-4260-B0D2-1C3452F79A7D}" type="datetimeFigureOut">
              <a:rPr kumimoji="1" lang="ja-JP" altLang="en-US" smtClean="0"/>
              <a:t>2026/2/10</a:t>
            </a:fld>
            <a:endParaRPr kumimoji="1" lang="ja-JP" altLang="en-US"/>
          </a:p>
        </p:txBody>
      </p:sp>
      <p:sp>
        <p:nvSpPr>
          <p:cNvPr id="5" name="フッター プレースホルダー 4">
            <a:extLst>
              <a:ext uri="{FF2B5EF4-FFF2-40B4-BE49-F238E27FC236}">
                <a16:creationId xmlns:a16="http://schemas.microsoft.com/office/drawing/2014/main" id="{27CA98CD-B1A5-49D7-BA7E-2DE00D0C66A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D186B2E-F3CB-41D0-8964-9B17CEDCE5C5}"/>
              </a:ext>
            </a:extLst>
          </p:cNvPr>
          <p:cNvSpPr>
            <a:spLocks noGrp="1"/>
          </p:cNvSpPr>
          <p:nvPr>
            <p:ph type="sldNum" sz="quarter" idx="12"/>
          </p:nvPr>
        </p:nvSpPr>
        <p:spPr/>
        <p:txBody>
          <a:bodyPr/>
          <a:lstStyle/>
          <a:p>
            <a:fld id="{56CB8C28-13F6-48E6-BD55-EB166E99F28C}" type="slidenum">
              <a:rPr kumimoji="1" lang="ja-JP" altLang="en-US" smtClean="0"/>
              <a:t>‹#›</a:t>
            </a:fld>
            <a:endParaRPr kumimoji="1" lang="ja-JP" altLang="en-US"/>
          </a:p>
        </p:txBody>
      </p:sp>
    </p:spTree>
    <p:extLst>
      <p:ext uri="{BB962C8B-B14F-4D97-AF65-F5344CB8AC3E}">
        <p14:creationId xmlns:p14="http://schemas.microsoft.com/office/powerpoint/2010/main" val="41666203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E4C70128-139F-477B-BC49-DDFF40E7D05F}"/>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B09DD93F-1AFF-4654-BA0A-BA3B7D30DC4A}"/>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C3C3F4B-12DB-41E2-87C9-3378A41D0B8B}"/>
              </a:ext>
            </a:extLst>
          </p:cNvPr>
          <p:cNvSpPr>
            <a:spLocks noGrp="1"/>
          </p:cNvSpPr>
          <p:nvPr>
            <p:ph type="dt" sz="half" idx="10"/>
          </p:nvPr>
        </p:nvSpPr>
        <p:spPr/>
        <p:txBody>
          <a:bodyPr/>
          <a:lstStyle/>
          <a:p>
            <a:fld id="{8E9B938B-585C-4260-B0D2-1C3452F79A7D}" type="datetimeFigureOut">
              <a:rPr kumimoji="1" lang="ja-JP" altLang="en-US" smtClean="0"/>
              <a:t>2026/2/10</a:t>
            </a:fld>
            <a:endParaRPr kumimoji="1" lang="ja-JP" altLang="en-US"/>
          </a:p>
        </p:txBody>
      </p:sp>
      <p:sp>
        <p:nvSpPr>
          <p:cNvPr id="5" name="フッター プレースホルダー 4">
            <a:extLst>
              <a:ext uri="{FF2B5EF4-FFF2-40B4-BE49-F238E27FC236}">
                <a16:creationId xmlns:a16="http://schemas.microsoft.com/office/drawing/2014/main" id="{BAD323DD-F169-45FE-B5E3-5DFF6A4704B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AFC94B9-C747-4B22-A52A-BFBA18DC9883}"/>
              </a:ext>
            </a:extLst>
          </p:cNvPr>
          <p:cNvSpPr>
            <a:spLocks noGrp="1"/>
          </p:cNvSpPr>
          <p:nvPr>
            <p:ph type="sldNum" sz="quarter" idx="12"/>
          </p:nvPr>
        </p:nvSpPr>
        <p:spPr/>
        <p:txBody>
          <a:bodyPr/>
          <a:lstStyle/>
          <a:p>
            <a:fld id="{56CB8C28-13F6-48E6-BD55-EB166E99F28C}" type="slidenum">
              <a:rPr kumimoji="1" lang="ja-JP" altLang="en-US" smtClean="0"/>
              <a:t>‹#›</a:t>
            </a:fld>
            <a:endParaRPr kumimoji="1" lang="ja-JP" altLang="en-US"/>
          </a:p>
        </p:txBody>
      </p:sp>
    </p:spTree>
    <p:extLst>
      <p:ext uri="{BB962C8B-B14F-4D97-AF65-F5344CB8AC3E}">
        <p14:creationId xmlns:p14="http://schemas.microsoft.com/office/powerpoint/2010/main" val="18121589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0F1606A8-DFCE-43BE-9F70-FA351E953B8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55228F45-C796-447E-B053-7502CADA7E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F16A820-0D67-478B-9D99-DA37F5351EB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E9B938B-585C-4260-B0D2-1C3452F79A7D}" type="datetimeFigureOut">
              <a:rPr kumimoji="1" lang="ja-JP" altLang="en-US" smtClean="0"/>
              <a:t>2026/2/10</a:t>
            </a:fld>
            <a:endParaRPr kumimoji="1" lang="ja-JP" altLang="en-US"/>
          </a:p>
        </p:txBody>
      </p:sp>
      <p:sp>
        <p:nvSpPr>
          <p:cNvPr id="5" name="フッター プレースホルダー 4">
            <a:extLst>
              <a:ext uri="{FF2B5EF4-FFF2-40B4-BE49-F238E27FC236}">
                <a16:creationId xmlns:a16="http://schemas.microsoft.com/office/drawing/2014/main" id="{EB75BB31-1EE7-413A-8F9A-9C6C02EB2F2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12221B6F-7103-4179-92D2-01A52D13DE9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CB8C28-13F6-48E6-BD55-EB166E99F28C}" type="slidenum">
              <a:rPr kumimoji="1" lang="ja-JP" altLang="en-US" smtClean="0"/>
              <a:t>‹#›</a:t>
            </a:fld>
            <a:endParaRPr kumimoji="1" lang="ja-JP" altLang="en-US"/>
          </a:p>
        </p:txBody>
      </p:sp>
    </p:spTree>
    <p:extLst>
      <p:ext uri="{BB962C8B-B14F-4D97-AF65-F5344CB8AC3E}">
        <p14:creationId xmlns:p14="http://schemas.microsoft.com/office/powerpoint/2010/main" val="5926810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lumMod val="50000"/>
          </a:schemeClr>
        </a:solidFill>
        <a:effectLst/>
      </p:bgPr>
    </p:bg>
    <p:spTree>
      <p:nvGrpSpPr>
        <p:cNvPr id="1" name=""/>
        <p:cNvGrpSpPr/>
        <p:nvPr/>
      </p:nvGrpSpPr>
      <p:grpSpPr>
        <a:xfrm>
          <a:off x="0" y="0"/>
          <a:ext cx="0" cy="0"/>
          <a:chOff x="0" y="0"/>
          <a:chExt cx="0" cy="0"/>
        </a:xfrm>
      </p:grpSpPr>
      <p:sp>
        <p:nvSpPr>
          <p:cNvPr id="16" name="正方形/長方形 15">
            <a:extLst>
              <a:ext uri="{FF2B5EF4-FFF2-40B4-BE49-F238E27FC236}">
                <a16:creationId xmlns:a16="http://schemas.microsoft.com/office/drawing/2014/main" id="{FAA56E62-A00D-47E9-A31C-C705D4D3A97E}"/>
              </a:ext>
            </a:extLst>
          </p:cNvPr>
          <p:cNvSpPr/>
          <p:nvPr/>
        </p:nvSpPr>
        <p:spPr>
          <a:xfrm>
            <a:off x="1701801" y="423332"/>
            <a:ext cx="7882466" cy="404706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C9463D59-E552-4A10-BFC7-D91C851F1A15}"/>
              </a:ext>
            </a:extLst>
          </p:cNvPr>
          <p:cNvSpPr/>
          <p:nvPr/>
        </p:nvSpPr>
        <p:spPr>
          <a:xfrm>
            <a:off x="9694333" y="423332"/>
            <a:ext cx="2396067" cy="619760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正方形/長方形 17">
            <a:extLst>
              <a:ext uri="{FF2B5EF4-FFF2-40B4-BE49-F238E27FC236}">
                <a16:creationId xmlns:a16="http://schemas.microsoft.com/office/drawing/2014/main" id="{CB5FB01B-94BF-4BBA-830D-C1B3A902F745}"/>
              </a:ext>
            </a:extLst>
          </p:cNvPr>
          <p:cNvSpPr/>
          <p:nvPr/>
        </p:nvSpPr>
        <p:spPr>
          <a:xfrm>
            <a:off x="101600" y="4538133"/>
            <a:ext cx="9482667" cy="20828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a:extLst>
              <a:ext uri="{FF2B5EF4-FFF2-40B4-BE49-F238E27FC236}">
                <a16:creationId xmlns:a16="http://schemas.microsoft.com/office/drawing/2014/main" id="{09F5CD74-F033-4B03-9B83-E27E9A086FB1}"/>
              </a:ext>
            </a:extLst>
          </p:cNvPr>
          <p:cNvSpPr/>
          <p:nvPr/>
        </p:nvSpPr>
        <p:spPr>
          <a:xfrm>
            <a:off x="101600" y="423332"/>
            <a:ext cx="1490135" cy="404706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8429BB47-8523-40EC-9A40-B9ADDE94A643}"/>
              </a:ext>
            </a:extLst>
          </p:cNvPr>
          <p:cNvSpPr txBox="1"/>
          <p:nvPr/>
        </p:nvSpPr>
        <p:spPr>
          <a:xfrm>
            <a:off x="1701801" y="423332"/>
            <a:ext cx="2286000" cy="369332"/>
          </a:xfrm>
          <a:prstGeom prst="rect">
            <a:avLst/>
          </a:prstGeom>
          <a:noFill/>
        </p:spPr>
        <p:txBody>
          <a:bodyPr wrap="square" rtlCol="0">
            <a:spAutoFit/>
          </a:bodyPr>
          <a:lstStyle/>
          <a:p>
            <a:r>
              <a:rPr kumimoji="1" lang="ja-JP" altLang="en-US" dirty="0"/>
              <a:t>エディターシーン</a:t>
            </a:r>
          </a:p>
        </p:txBody>
      </p:sp>
      <p:sp>
        <p:nvSpPr>
          <p:cNvPr id="22" name="テキスト ボックス 21">
            <a:extLst>
              <a:ext uri="{FF2B5EF4-FFF2-40B4-BE49-F238E27FC236}">
                <a16:creationId xmlns:a16="http://schemas.microsoft.com/office/drawing/2014/main" id="{8D737CC7-2008-49B4-9925-8527A02372FC}"/>
              </a:ext>
            </a:extLst>
          </p:cNvPr>
          <p:cNvSpPr txBox="1"/>
          <p:nvPr/>
        </p:nvSpPr>
        <p:spPr>
          <a:xfrm>
            <a:off x="9694333" y="423332"/>
            <a:ext cx="1866901" cy="369332"/>
          </a:xfrm>
          <a:prstGeom prst="rect">
            <a:avLst/>
          </a:prstGeom>
          <a:noFill/>
        </p:spPr>
        <p:txBody>
          <a:bodyPr wrap="square" rtlCol="0">
            <a:spAutoFit/>
          </a:bodyPr>
          <a:lstStyle/>
          <a:p>
            <a:r>
              <a:rPr kumimoji="1" lang="ja-JP" altLang="en-US" dirty="0"/>
              <a:t>パラメーター</a:t>
            </a:r>
          </a:p>
        </p:txBody>
      </p:sp>
      <p:sp>
        <p:nvSpPr>
          <p:cNvPr id="23" name="テキスト ボックス 22">
            <a:extLst>
              <a:ext uri="{FF2B5EF4-FFF2-40B4-BE49-F238E27FC236}">
                <a16:creationId xmlns:a16="http://schemas.microsoft.com/office/drawing/2014/main" id="{0CD89A6E-FE08-46EA-9330-AEBD90044457}"/>
              </a:ext>
            </a:extLst>
          </p:cNvPr>
          <p:cNvSpPr txBox="1"/>
          <p:nvPr/>
        </p:nvSpPr>
        <p:spPr>
          <a:xfrm>
            <a:off x="101600" y="4551864"/>
            <a:ext cx="4148667" cy="923330"/>
          </a:xfrm>
          <a:prstGeom prst="rect">
            <a:avLst/>
          </a:prstGeom>
          <a:noFill/>
        </p:spPr>
        <p:txBody>
          <a:bodyPr wrap="square" rtlCol="0">
            <a:spAutoFit/>
          </a:bodyPr>
          <a:lstStyle/>
          <a:p>
            <a:r>
              <a:rPr kumimoji="1" lang="ja-JP" altLang="en-US" dirty="0"/>
              <a:t>オブジェクト等を３</a:t>
            </a:r>
            <a:r>
              <a:rPr kumimoji="1" lang="en-US" altLang="ja-JP" dirty="0"/>
              <a:t>D</a:t>
            </a:r>
            <a:r>
              <a:rPr kumimoji="1" lang="ja-JP" altLang="en-US" dirty="0"/>
              <a:t>空間以外で触る明示的な表現</a:t>
            </a:r>
            <a:endParaRPr kumimoji="1" lang="en-US" altLang="ja-JP" dirty="0"/>
          </a:p>
          <a:p>
            <a:r>
              <a:rPr lang="ja-JP" altLang="en-US" dirty="0"/>
              <a:t>マネージャー系を触るためでもある</a:t>
            </a:r>
            <a:endParaRPr kumimoji="1" lang="ja-JP" altLang="en-US" dirty="0"/>
          </a:p>
        </p:txBody>
      </p:sp>
      <p:sp>
        <p:nvSpPr>
          <p:cNvPr id="24" name="テキスト ボックス 23">
            <a:extLst>
              <a:ext uri="{FF2B5EF4-FFF2-40B4-BE49-F238E27FC236}">
                <a16:creationId xmlns:a16="http://schemas.microsoft.com/office/drawing/2014/main" id="{6489B744-CAD0-4440-85D1-7BB9C41EDA66}"/>
              </a:ext>
            </a:extLst>
          </p:cNvPr>
          <p:cNvSpPr txBox="1"/>
          <p:nvPr/>
        </p:nvSpPr>
        <p:spPr>
          <a:xfrm>
            <a:off x="101600" y="423332"/>
            <a:ext cx="1866901" cy="369332"/>
          </a:xfrm>
          <a:prstGeom prst="rect">
            <a:avLst/>
          </a:prstGeom>
          <a:noFill/>
        </p:spPr>
        <p:txBody>
          <a:bodyPr wrap="square" rtlCol="0">
            <a:spAutoFit/>
          </a:bodyPr>
          <a:lstStyle/>
          <a:p>
            <a:r>
              <a:rPr lang="ja-JP" altLang="en-US" dirty="0"/>
              <a:t>ヒエラルキー</a:t>
            </a:r>
            <a:endParaRPr kumimoji="1" lang="ja-JP" altLang="en-US" dirty="0"/>
          </a:p>
        </p:txBody>
      </p:sp>
    </p:spTree>
    <p:extLst>
      <p:ext uri="{BB962C8B-B14F-4D97-AF65-F5344CB8AC3E}">
        <p14:creationId xmlns:p14="http://schemas.microsoft.com/office/powerpoint/2010/main" val="8259391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4" name="直線矢印コネクタ 93">
            <a:extLst>
              <a:ext uri="{FF2B5EF4-FFF2-40B4-BE49-F238E27FC236}">
                <a16:creationId xmlns:a16="http://schemas.microsoft.com/office/drawing/2014/main" id="{21005D76-452F-45DD-86F6-6CC7F87B6974}"/>
              </a:ext>
            </a:extLst>
          </p:cNvPr>
          <p:cNvCxnSpPr>
            <a:cxnSpLocks/>
          </p:cNvCxnSpPr>
          <p:nvPr/>
        </p:nvCxnSpPr>
        <p:spPr>
          <a:xfrm flipH="1" flipV="1">
            <a:off x="7713131" y="2505670"/>
            <a:ext cx="465669" cy="233823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0" name="直線矢印コネクタ 89">
            <a:extLst>
              <a:ext uri="{FF2B5EF4-FFF2-40B4-BE49-F238E27FC236}">
                <a16:creationId xmlns:a16="http://schemas.microsoft.com/office/drawing/2014/main" id="{66E65B4C-D409-4573-8879-8BF7B4E136AF}"/>
              </a:ext>
            </a:extLst>
          </p:cNvPr>
          <p:cNvCxnSpPr>
            <a:cxnSpLocks/>
            <a:stCxn id="74" idx="0"/>
            <a:endCxn id="84" idx="2"/>
          </p:cNvCxnSpPr>
          <p:nvPr/>
        </p:nvCxnSpPr>
        <p:spPr>
          <a:xfrm flipV="1">
            <a:off x="7120465" y="2505670"/>
            <a:ext cx="592668" cy="236131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5" name="直線矢印コネクタ 84">
            <a:extLst>
              <a:ext uri="{FF2B5EF4-FFF2-40B4-BE49-F238E27FC236}">
                <a16:creationId xmlns:a16="http://schemas.microsoft.com/office/drawing/2014/main" id="{C62302A3-5511-44D4-9096-7C485590FA2A}"/>
              </a:ext>
            </a:extLst>
          </p:cNvPr>
          <p:cNvCxnSpPr>
            <a:cxnSpLocks/>
            <a:stCxn id="8" idx="1"/>
            <a:endCxn id="84" idx="2"/>
          </p:cNvCxnSpPr>
          <p:nvPr/>
        </p:nvCxnSpPr>
        <p:spPr>
          <a:xfrm flipV="1">
            <a:off x="5427132" y="2505670"/>
            <a:ext cx="2286001" cy="38458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 name="テキスト ボックス 5">
            <a:extLst>
              <a:ext uri="{FF2B5EF4-FFF2-40B4-BE49-F238E27FC236}">
                <a16:creationId xmlns:a16="http://schemas.microsoft.com/office/drawing/2014/main" id="{3EEDECAA-C87A-4F5E-8B67-98ACB6E9D415}"/>
              </a:ext>
            </a:extLst>
          </p:cNvPr>
          <p:cNvSpPr txBox="1"/>
          <p:nvPr/>
        </p:nvSpPr>
        <p:spPr>
          <a:xfrm>
            <a:off x="5427133" y="3244334"/>
            <a:ext cx="1337733" cy="369332"/>
          </a:xfrm>
          <a:prstGeom prst="rect">
            <a:avLst/>
          </a:prstGeom>
          <a:noFill/>
          <a:ln>
            <a:solidFill>
              <a:schemeClr val="tx1"/>
            </a:solidFill>
          </a:ln>
        </p:spPr>
        <p:txBody>
          <a:bodyPr wrap="square" rtlCol="0">
            <a:spAutoFit/>
          </a:bodyPr>
          <a:lstStyle/>
          <a:p>
            <a:r>
              <a:rPr kumimoji="1" lang="ja-JP" altLang="en-US" sz="900" dirty="0"/>
              <a:t>配置や数値をいじれる</a:t>
            </a:r>
            <a:br>
              <a:rPr kumimoji="1" lang="en-US" altLang="ja-JP" sz="900" dirty="0"/>
            </a:br>
            <a:r>
              <a:rPr kumimoji="1" lang="ja-JP" altLang="en-US" sz="900" dirty="0"/>
              <a:t>静的エディター</a:t>
            </a:r>
          </a:p>
        </p:txBody>
      </p:sp>
      <p:sp>
        <p:nvSpPr>
          <p:cNvPr id="8" name="テキスト ボックス 7">
            <a:extLst>
              <a:ext uri="{FF2B5EF4-FFF2-40B4-BE49-F238E27FC236}">
                <a16:creationId xmlns:a16="http://schemas.microsoft.com/office/drawing/2014/main" id="{9F6D72B0-7366-4861-A657-DA5A97217E73}"/>
              </a:ext>
            </a:extLst>
          </p:cNvPr>
          <p:cNvSpPr txBox="1"/>
          <p:nvPr/>
        </p:nvSpPr>
        <p:spPr>
          <a:xfrm>
            <a:off x="5427132" y="2774834"/>
            <a:ext cx="1337733" cy="230832"/>
          </a:xfrm>
          <a:prstGeom prst="rect">
            <a:avLst/>
          </a:prstGeom>
          <a:solidFill>
            <a:schemeClr val="bg1"/>
          </a:solidFill>
          <a:ln>
            <a:solidFill>
              <a:schemeClr val="tx1"/>
            </a:solidFill>
          </a:ln>
        </p:spPr>
        <p:txBody>
          <a:bodyPr wrap="square" rtlCol="0">
            <a:spAutoFit/>
          </a:bodyPr>
          <a:lstStyle/>
          <a:p>
            <a:r>
              <a:rPr kumimoji="1" lang="ja-JP" altLang="en-US" sz="900" dirty="0"/>
              <a:t>オブジェクトを配置</a:t>
            </a:r>
            <a:endParaRPr kumimoji="1" lang="en-US" altLang="ja-JP" sz="900" dirty="0"/>
          </a:p>
        </p:txBody>
      </p:sp>
      <p:cxnSp>
        <p:nvCxnSpPr>
          <p:cNvPr id="10" name="直線矢印コネクタ 9">
            <a:extLst>
              <a:ext uri="{FF2B5EF4-FFF2-40B4-BE49-F238E27FC236}">
                <a16:creationId xmlns:a16="http://schemas.microsoft.com/office/drawing/2014/main" id="{8C633382-09A4-4962-8735-1F0BD539D82E}"/>
              </a:ext>
            </a:extLst>
          </p:cNvPr>
          <p:cNvCxnSpPr>
            <a:cxnSpLocks/>
          </p:cNvCxnSpPr>
          <p:nvPr/>
        </p:nvCxnSpPr>
        <p:spPr>
          <a:xfrm flipV="1">
            <a:off x="6095999" y="3005667"/>
            <a:ext cx="0" cy="23866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F0BC66A1-F512-407D-A129-84646A62DB92}"/>
              </a:ext>
            </a:extLst>
          </p:cNvPr>
          <p:cNvSpPr txBox="1"/>
          <p:nvPr/>
        </p:nvSpPr>
        <p:spPr>
          <a:xfrm>
            <a:off x="7044266" y="3244334"/>
            <a:ext cx="905933" cy="369332"/>
          </a:xfrm>
          <a:prstGeom prst="rect">
            <a:avLst/>
          </a:prstGeom>
          <a:solidFill>
            <a:schemeClr val="bg1"/>
          </a:solidFill>
          <a:ln>
            <a:solidFill>
              <a:schemeClr val="tx1"/>
            </a:solidFill>
          </a:ln>
        </p:spPr>
        <p:txBody>
          <a:bodyPr wrap="square" rtlCol="0">
            <a:spAutoFit/>
          </a:bodyPr>
          <a:lstStyle/>
          <a:p>
            <a:r>
              <a:rPr kumimoji="1" lang="ja-JP" altLang="en-US" sz="900" dirty="0"/>
              <a:t>オブジェクトの数値を変更</a:t>
            </a:r>
          </a:p>
        </p:txBody>
      </p:sp>
      <p:cxnSp>
        <p:nvCxnSpPr>
          <p:cNvPr id="15" name="直線矢印コネクタ 14">
            <a:extLst>
              <a:ext uri="{FF2B5EF4-FFF2-40B4-BE49-F238E27FC236}">
                <a16:creationId xmlns:a16="http://schemas.microsoft.com/office/drawing/2014/main" id="{07F67AAE-3652-4818-A806-E5B19E76B54E}"/>
              </a:ext>
            </a:extLst>
          </p:cNvPr>
          <p:cNvCxnSpPr>
            <a:cxnSpLocks/>
            <a:stCxn id="6" idx="3"/>
            <a:endCxn id="14" idx="1"/>
          </p:cNvCxnSpPr>
          <p:nvPr/>
        </p:nvCxnSpPr>
        <p:spPr>
          <a:xfrm>
            <a:off x="6764866" y="3429000"/>
            <a:ext cx="2794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テキスト ボックス 20">
            <a:extLst>
              <a:ext uri="{FF2B5EF4-FFF2-40B4-BE49-F238E27FC236}">
                <a16:creationId xmlns:a16="http://schemas.microsoft.com/office/drawing/2014/main" id="{69F7E34A-9562-450D-8F7D-FFEB5E44BE37}"/>
              </a:ext>
            </a:extLst>
          </p:cNvPr>
          <p:cNvSpPr txBox="1"/>
          <p:nvPr/>
        </p:nvSpPr>
        <p:spPr>
          <a:xfrm>
            <a:off x="4465140" y="3313584"/>
            <a:ext cx="787369" cy="230832"/>
          </a:xfrm>
          <a:prstGeom prst="rect">
            <a:avLst/>
          </a:prstGeom>
          <a:solidFill>
            <a:schemeClr val="bg1"/>
          </a:solidFill>
          <a:ln>
            <a:solidFill>
              <a:schemeClr val="tx1"/>
            </a:solidFill>
          </a:ln>
        </p:spPr>
        <p:txBody>
          <a:bodyPr wrap="square" rtlCol="0">
            <a:spAutoFit/>
          </a:bodyPr>
          <a:lstStyle/>
          <a:p>
            <a:r>
              <a:rPr kumimoji="1" lang="en-US" altLang="ja-JP" sz="900" dirty="0"/>
              <a:t>UI</a:t>
            </a:r>
            <a:endParaRPr kumimoji="1" lang="ja-JP" altLang="en-US" sz="900" dirty="0"/>
          </a:p>
        </p:txBody>
      </p:sp>
      <p:cxnSp>
        <p:nvCxnSpPr>
          <p:cNvPr id="22" name="直線矢印コネクタ 21">
            <a:extLst>
              <a:ext uri="{FF2B5EF4-FFF2-40B4-BE49-F238E27FC236}">
                <a16:creationId xmlns:a16="http://schemas.microsoft.com/office/drawing/2014/main" id="{EF09C7E3-7982-4603-9D97-1620A8E3624B}"/>
              </a:ext>
            </a:extLst>
          </p:cNvPr>
          <p:cNvCxnSpPr>
            <a:cxnSpLocks/>
            <a:stCxn id="6" idx="1"/>
            <a:endCxn id="21" idx="3"/>
          </p:cNvCxnSpPr>
          <p:nvPr/>
        </p:nvCxnSpPr>
        <p:spPr>
          <a:xfrm flipH="1">
            <a:off x="5252509" y="3429000"/>
            <a:ext cx="17462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5" name="テキスト ボックス 34">
            <a:extLst>
              <a:ext uri="{FF2B5EF4-FFF2-40B4-BE49-F238E27FC236}">
                <a16:creationId xmlns:a16="http://schemas.microsoft.com/office/drawing/2014/main" id="{B39E1676-32D2-484D-9563-8DA007C6A0AB}"/>
              </a:ext>
            </a:extLst>
          </p:cNvPr>
          <p:cNvSpPr txBox="1"/>
          <p:nvPr/>
        </p:nvSpPr>
        <p:spPr>
          <a:xfrm>
            <a:off x="5427132" y="1998301"/>
            <a:ext cx="1337733" cy="507831"/>
          </a:xfrm>
          <a:prstGeom prst="rect">
            <a:avLst/>
          </a:prstGeom>
          <a:solidFill>
            <a:schemeClr val="bg1"/>
          </a:solidFill>
          <a:ln>
            <a:solidFill>
              <a:schemeClr val="tx1"/>
            </a:solidFill>
          </a:ln>
        </p:spPr>
        <p:txBody>
          <a:bodyPr wrap="square" rtlCol="0">
            <a:spAutoFit/>
          </a:bodyPr>
          <a:lstStyle/>
          <a:p>
            <a:r>
              <a:rPr kumimoji="1" lang="ja-JP" altLang="en-US" sz="900" dirty="0"/>
              <a:t>３</a:t>
            </a:r>
            <a:r>
              <a:rPr kumimoji="1" lang="en-US" altLang="ja-JP" sz="900" dirty="0"/>
              <a:t>D</a:t>
            </a:r>
            <a:r>
              <a:rPr kumimoji="1" lang="ja-JP" altLang="en-US" sz="900" dirty="0"/>
              <a:t>空間のオブジェクトを移動、回転、尺度変更</a:t>
            </a:r>
          </a:p>
        </p:txBody>
      </p:sp>
      <p:cxnSp>
        <p:nvCxnSpPr>
          <p:cNvPr id="36" name="直線矢印コネクタ 35">
            <a:extLst>
              <a:ext uri="{FF2B5EF4-FFF2-40B4-BE49-F238E27FC236}">
                <a16:creationId xmlns:a16="http://schemas.microsoft.com/office/drawing/2014/main" id="{93991B11-3AEB-4431-9D43-107C7CE71DBD}"/>
              </a:ext>
            </a:extLst>
          </p:cNvPr>
          <p:cNvCxnSpPr>
            <a:cxnSpLocks/>
            <a:stCxn id="8" idx="0"/>
          </p:cNvCxnSpPr>
          <p:nvPr/>
        </p:nvCxnSpPr>
        <p:spPr>
          <a:xfrm flipV="1">
            <a:off x="6095999" y="2506133"/>
            <a:ext cx="0" cy="26870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テキスト ボックス 38">
            <a:extLst>
              <a:ext uri="{FF2B5EF4-FFF2-40B4-BE49-F238E27FC236}">
                <a16:creationId xmlns:a16="http://schemas.microsoft.com/office/drawing/2014/main" id="{DCE13D5D-97A8-492A-8E06-F4F2AA366EA5}"/>
              </a:ext>
            </a:extLst>
          </p:cNvPr>
          <p:cNvSpPr txBox="1"/>
          <p:nvPr/>
        </p:nvSpPr>
        <p:spPr>
          <a:xfrm>
            <a:off x="8178798" y="3244334"/>
            <a:ext cx="1591734" cy="369332"/>
          </a:xfrm>
          <a:prstGeom prst="rect">
            <a:avLst/>
          </a:prstGeom>
          <a:solidFill>
            <a:schemeClr val="bg1"/>
          </a:solidFill>
          <a:ln>
            <a:solidFill>
              <a:schemeClr val="tx1"/>
            </a:solidFill>
          </a:ln>
        </p:spPr>
        <p:txBody>
          <a:bodyPr wrap="square" rtlCol="0">
            <a:spAutoFit/>
          </a:bodyPr>
          <a:lstStyle/>
          <a:p>
            <a:r>
              <a:rPr kumimoji="1" lang="ja-JP" altLang="en-US" sz="900" dirty="0"/>
              <a:t>トランスフォームではなく個々の</a:t>
            </a:r>
            <a:r>
              <a:rPr lang="ja-JP" altLang="en-US" sz="900" dirty="0"/>
              <a:t>パラメータ</a:t>
            </a:r>
            <a:endParaRPr kumimoji="1" lang="ja-JP" altLang="en-US" sz="900" dirty="0"/>
          </a:p>
        </p:txBody>
      </p:sp>
      <p:cxnSp>
        <p:nvCxnSpPr>
          <p:cNvPr id="40" name="直線矢印コネクタ 39">
            <a:extLst>
              <a:ext uri="{FF2B5EF4-FFF2-40B4-BE49-F238E27FC236}">
                <a16:creationId xmlns:a16="http://schemas.microsoft.com/office/drawing/2014/main" id="{22FC4BC1-2BA8-4F57-8155-539DFEF0F9D7}"/>
              </a:ext>
            </a:extLst>
          </p:cNvPr>
          <p:cNvCxnSpPr>
            <a:cxnSpLocks/>
            <a:stCxn id="14" idx="3"/>
          </p:cNvCxnSpPr>
          <p:nvPr/>
        </p:nvCxnSpPr>
        <p:spPr>
          <a:xfrm>
            <a:off x="7950199" y="3429000"/>
            <a:ext cx="20320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 name="テキスト ボックス 50">
            <a:extLst>
              <a:ext uri="{FF2B5EF4-FFF2-40B4-BE49-F238E27FC236}">
                <a16:creationId xmlns:a16="http://schemas.microsoft.com/office/drawing/2014/main" id="{D3F9E026-61C2-4B21-BFA3-F7BDD3DFD0A0}"/>
              </a:ext>
            </a:extLst>
          </p:cNvPr>
          <p:cNvSpPr txBox="1"/>
          <p:nvPr/>
        </p:nvSpPr>
        <p:spPr>
          <a:xfrm>
            <a:off x="8178798" y="3936635"/>
            <a:ext cx="1591734" cy="369332"/>
          </a:xfrm>
          <a:prstGeom prst="rect">
            <a:avLst/>
          </a:prstGeom>
          <a:solidFill>
            <a:schemeClr val="bg1"/>
          </a:solidFill>
          <a:ln>
            <a:solidFill>
              <a:schemeClr val="tx1"/>
            </a:solidFill>
          </a:ln>
        </p:spPr>
        <p:txBody>
          <a:bodyPr wrap="square" rtlCol="0">
            <a:spAutoFit/>
          </a:bodyPr>
          <a:lstStyle/>
          <a:p>
            <a:r>
              <a:rPr kumimoji="1" lang="ja-JP" altLang="en-US" sz="900" dirty="0"/>
              <a:t>クラスからパラメーターを取得する</a:t>
            </a:r>
          </a:p>
        </p:txBody>
      </p:sp>
      <p:cxnSp>
        <p:nvCxnSpPr>
          <p:cNvPr id="52" name="直線矢印コネクタ 51">
            <a:extLst>
              <a:ext uri="{FF2B5EF4-FFF2-40B4-BE49-F238E27FC236}">
                <a16:creationId xmlns:a16="http://schemas.microsoft.com/office/drawing/2014/main" id="{160A28DF-AE71-4505-BF22-3B3A378A4D57}"/>
              </a:ext>
            </a:extLst>
          </p:cNvPr>
          <p:cNvCxnSpPr>
            <a:cxnSpLocks/>
            <a:stCxn id="39" idx="2"/>
          </p:cNvCxnSpPr>
          <p:nvPr/>
        </p:nvCxnSpPr>
        <p:spPr>
          <a:xfrm>
            <a:off x="8974665" y="3613666"/>
            <a:ext cx="0" cy="29793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5" name="テキスト ボックス 54">
            <a:extLst>
              <a:ext uri="{FF2B5EF4-FFF2-40B4-BE49-F238E27FC236}">
                <a16:creationId xmlns:a16="http://schemas.microsoft.com/office/drawing/2014/main" id="{2FA4BD23-1FBA-40E2-8452-8869EE885E56}"/>
              </a:ext>
            </a:extLst>
          </p:cNvPr>
          <p:cNvSpPr txBox="1"/>
          <p:nvPr/>
        </p:nvSpPr>
        <p:spPr>
          <a:xfrm>
            <a:off x="8178802" y="4659235"/>
            <a:ext cx="1591730" cy="369332"/>
          </a:xfrm>
          <a:prstGeom prst="rect">
            <a:avLst/>
          </a:prstGeom>
          <a:solidFill>
            <a:schemeClr val="bg1"/>
          </a:solidFill>
          <a:ln>
            <a:solidFill>
              <a:schemeClr val="tx1"/>
            </a:solidFill>
          </a:ln>
        </p:spPr>
        <p:txBody>
          <a:bodyPr wrap="square" rtlCol="0">
            <a:spAutoFit/>
          </a:bodyPr>
          <a:lstStyle/>
          <a:p>
            <a:r>
              <a:rPr lang="ja-JP" altLang="en-US" sz="900" dirty="0"/>
              <a:t>個々に設定するパラメータを読み込む、変更、保存</a:t>
            </a:r>
            <a:endParaRPr kumimoji="1" lang="ja-JP" altLang="en-US" sz="900" dirty="0"/>
          </a:p>
        </p:txBody>
      </p:sp>
      <p:cxnSp>
        <p:nvCxnSpPr>
          <p:cNvPr id="56" name="直線矢印コネクタ 55">
            <a:extLst>
              <a:ext uri="{FF2B5EF4-FFF2-40B4-BE49-F238E27FC236}">
                <a16:creationId xmlns:a16="http://schemas.microsoft.com/office/drawing/2014/main" id="{517F83B3-02E1-4211-8CE3-B8335EDDB24D}"/>
              </a:ext>
            </a:extLst>
          </p:cNvPr>
          <p:cNvCxnSpPr>
            <a:cxnSpLocks/>
            <a:stCxn id="51" idx="2"/>
            <a:endCxn id="55" idx="0"/>
          </p:cNvCxnSpPr>
          <p:nvPr/>
        </p:nvCxnSpPr>
        <p:spPr>
          <a:xfrm>
            <a:off x="8974665" y="4305967"/>
            <a:ext cx="2" cy="35326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5" name="テキスト ボックス 64">
            <a:extLst>
              <a:ext uri="{FF2B5EF4-FFF2-40B4-BE49-F238E27FC236}">
                <a16:creationId xmlns:a16="http://schemas.microsoft.com/office/drawing/2014/main" id="{6A9D06DF-D9F4-42D2-A505-03237FFE393F}"/>
              </a:ext>
            </a:extLst>
          </p:cNvPr>
          <p:cNvSpPr txBox="1"/>
          <p:nvPr/>
        </p:nvSpPr>
        <p:spPr>
          <a:xfrm>
            <a:off x="5427132" y="1259638"/>
            <a:ext cx="1337733" cy="369332"/>
          </a:xfrm>
          <a:prstGeom prst="rect">
            <a:avLst/>
          </a:prstGeom>
          <a:noFill/>
          <a:ln>
            <a:solidFill>
              <a:schemeClr val="tx1"/>
            </a:solidFill>
          </a:ln>
        </p:spPr>
        <p:txBody>
          <a:bodyPr wrap="square" rtlCol="0">
            <a:spAutoFit/>
          </a:bodyPr>
          <a:lstStyle/>
          <a:p>
            <a:r>
              <a:rPr kumimoji="1" lang="ja-JP" altLang="en-US" sz="900" dirty="0"/>
              <a:t>オブジェクトを親子関係で移動できるように</a:t>
            </a:r>
          </a:p>
        </p:txBody>
      </p:sp>
      <p:cxnSp>
        <p:nvCxnSpPr>
          <p:cNvPr id="66" name="直線矢印コネクタ 65">
            <a:extLst>
              <a:ext uri="{FF2B5EF4-FFF2-40B4-BE49-F238E27FC236}">
                <a16:creationId xmlns:a16="http://schemas.microsoft.com/office/drawing/2014/main" id="{66A3A830-45BC-4565-875C-3F3EFB908969}"/>
              </a:ext>
            </a:extLst>
          </p:cNvPr>
          <p:cNvCxnSpPr>
            <a:cxnSpLocks/>
            <a:stCxn id="35" idx="0"/>
          </p:cNvCxnSpPr>
          <p:nvPr/>
        </p:nvCxnSpPr>
        <p:spPr>
          <a:xfrm flipV="1">
            <a:off x="6095999" y="1628971"/>
            <a:ext cx="0" cy="36933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8" name="テキスト ボックス 67">
            <a:extLst>
              <a:ext uri="{FF2B5EF4-FFF2-40B4-BE49-F238E27FC236}">
                <a16:creationId xmlns:a16="http://schemas.microsoft.com/office/drawing/2014/main" id="{37F55A3F-F518-4F9F-825B-FBAE1EDB1166}"/>
              </a:ext>
            </a:extLst>
          </p:cNvPr>
          <p:cNvSpPr txBox="1"/>
          <p:nvPr/>
        </p:nvSpPr>
        <p:spPr>
          <a:xfrm>
            <a:off x="6290734" y="3881806"/>
            <a:ext cx="1659466" cy="646331"/>
          </a:xfrm>
          <a:prstGeom prst="rect">
            <a:avLst/>
          </a:prstGeom>
          <a:solidFill>
            <a:schemeClr val="bg1"/>
          </a:solidFill>
          <a:ln>
            <a:solidFill>
              <a:schemeClr val="tx1"/>
            </a:solidFill>
          </a:ln>
        </p:spPr>
        <p:txBody>
          <a:bodyPr wrap="square" rtlCol="0">
            <a:spAutoFit/>
          </a:bodyPr>
          <a:lstStyle/>
          <a:p>
            <a:r>
              <a:rPr kumimoji="1" lang="ja-JP" altLang="en-US" sz="900" dirty="0"/>
              <a:t>コンポーネントを用意し</a:t>
            </a:r>
            <a:endParaRPr kumimoji="1" lang="en-US" altLang="ja-JP" sz="900" dirty="0"/>
          </a:p>
          <a:p>
            <a:r>
              <a:rPr lang="ja-JP" altLang="en-US" sz="900" dirty="0"/>
              <a:t>オブジェクトに追加できるようにし、保存、変更できるように</a:t>
            </a:r>
            <a:endParaRPr kumimoji="1" lang="ja-JP" altLang="en-US" sz="900" dirty="0"/>
          </a:p>
        </p:txBody>
      </p:sp>
      <p:cxnSp>
        <p:nvCxnSpPr>
          <p:cNvPr id="69" name="直線矢印コネクタ 68">
            <a:extLst>
              <a:ext uri="{FF2B5EF4-FFF2-40B4-BE49-F238E27FC236}">
                <a16:creationId xmlns:a16="http://schemas.microsoft.com/office/drawing/2014/main" id="{1B41685B-752B-4358-8B35-511B2184D19A}"/>
              </a:ext>
            </a:extLst>
          </p:cNvPr>
          <p:cNvCxnSpPr>
            <a:cxnSpLocks/>
          </p:cNvCxnSpPr>
          <p:nvPr/>
        </p:nvCxnSpPr>
        <p:spPr>
          <a:xfrm>
            <a:off x="7528983" y="3614801"/>
            <a:ext cx="0" cy="26700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4" name="テキスト ボックス 73">
            <a:extLst>
              <a:ext uri="{FF2B5EF4-FFF2-40B4-BE49-F238E27FC236}">
                <a16:creationId xmlns:a16="http://schemas.microsoft.com/office/drawing/2014/main" id="{F19E73BA-A568-4B35-A44C-128B0ACC0009}"/>
              </a:ext>
            </a:extLst>
          </p:cNvPr>
          <p:cNvSpPr txBox="1"/>
          <p:nvPr/>
        </p:nvSpPr>
        <p:spPr>
          <a:xfrm>
            <a:off x="6290734" y="4866985"/>
            <a:ext cx="1659461" cy="923330"/>
          </a:xfrm>
          <a:prstGeom prst="rect">
            <a:avLst/>
          </a:prstGeom>
          <a:solidFill>
            <a:schemeClr val="bg1"/>
          </a:solidFill>
          <a:ln>
            <a:solidFill>
              <a:schemeClr val="tx1"/>
            </a:solidFill>
          </a:ln>
        </p:spPr>
        <p:txBody>
          <a:bodyPr wrap="square" rtlCol="0">
            <a:spAutoFit/>
          </a:bodyPr>
          <a:lstStyle/>
          <a:p>
            <a:r>
              <a:rPr lang="ja-JP" altLang="en-US" sz="900" dirty="0"/>
              <a:t>インプット</a:t>
            </a:r>
            <a:endParaRPr lang="en-US" altLang="ja-JP" sz="900" dirty="0"/>
          </a:p>
          <a:p>
            <a:r>
              <a:rPr kumimoji="1" lang="ja-JP" altLang="en-US" sz="900" dirty="0"/>
              <a:t>コライダー</a:t>
            </a:r>
            <a:endParaRPr kumimoji="1" lang="en-US" altLang="ja-JP" sz="900" dirty="0"/>
          </a:p>
          <a:p>
            <a:r>
              <a:rPr kumimoji="1" lang="ja-JP" altLang="en-US" sz="900" dirty="0"/>
              <a:t>レンダラー</a:t>
            </a:r>
            <a:endParaRPr kumimoji="1" lang="en-US" altLang="ja-JP" sz="900" dirty="0"/>
          </a:p>
          <a:p>
            <a:r>
              <a:rPr lang="ja-JP" altLang="en-US" sz="900" dirty="0"/>
              <a:t>リジッドボディ</a:t>
            </a:r>
            <a:endParaRPr lang="en-US" altLang="ja-JP" sz="900" dirty="0"/>
          </a:p>
          <a:p>
            <a:r>
              <a:rPr lang="ja-JP" altLang="en-US" sz="900" dirty="0"/>
              <a:t>後々発展できるように</a:t>
            </a:r>
            <a:endParaRPr lang="en-US" altLang="ja-JP" sz="900" dirty="0"/>
          </a:p>
          <a:p>
            <a:r>
              <a:rPr kumimoji="1" lang="ja-JP" altLang="en-US" sz="900" dirty="0"/>
              <a:t>エフェクトやサウンド等</a:t>
            </a:r>
            <a:endParaRPr kumimoji="1" lang="en-US" altLang="ja-JP" sz="900" dirty="0"/>
          </a:p>
        </p:txBody>
      </p:sp>
      <p:cxnSp>
        <p:nvCxnSpPr>
          <p:cNvPr id="75" name="直線矢印コネクタ 74">
            <a:extLst>
              <a:ext uri="{FF2B5EF4-FFF2-40B4-BE49-F238E27FC236}">
                <a16:creationId xmlns:a16="http://schemas.microsoft.com/office/drawing/2014/main" id="{3FDB6B06-D069-4CFE-9112-4D3499B6ACFD}"/>
              </a:ext>
            </a:extLst>
          </p:cNvPr>
          <p:cNvCxnSpPr>
            <a:cxnSpLocks/>
            <a:stCxn id="68" idx="2"/>
            <a:endCxn id="74" idx="0"/>
          </p:cNvCxnSpPr>
          <p:nvPr/>
        </p:nvCxnSpPr>
        <p:spPr>
          <a:xfrm flipH="1">
            <a:off x="7120465" y="4528137"/>
            <a:ext cx="2" cy="33884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4" name="テキスト ボックス 83">
            <a:extLst>
              <a:ext uri="{FF2B5EF4-FFF2-40B4-BE49-F238E27FC236}">
                <a16:creationId xmlns:a16="http://schemas.microsoft.com/office/drawing/2014/main" id="{F8CEA664-8082-44CD-AB18-420486087B07}"/>
              </a:ext>
            </a:extLst>
          </p:cNvPr>
          <p:cNvSpPr txBox="1"/>
          <p:nvPr/>
        </p:nvSpPr>
        <p:spPr>
          <a:xfrm>
            <a:off x="7044266" y="2136338"/>
            <a:ext cx="1337733" cy="369332"/>
          </a:xfrm>
          <a:prstGeom prst="rect">
            <a:avLst/>
          </a:prstGeom>
          <a:noFill/>
          <a:ln>
            <a:solidFill>
              <a:schemeClr val="tx1"/>
            </a:solidFill>
          </a:ln>
        </p:spPr>
        <p:txBody>
          <a:bodyPr wrap="square" rtlCol="0">
            <a:spAutoFit/>
          </a:bodyPr>
          <a:lstStyle/>
          <a:p>
            <a:r>
              <a:rPr kumimoji="1" lang="ja-JP" altLang="en-US" sz="900" dirty="0"/>
              <a:t>外部ファイルの読み込み、ロード</a:t>
            </a:r>
          </a:p>
        </p:txBody>
      </p:sp>
      <p:sp>
        <p:nvSpPr>
          <p:cNvPr id="135" name="テキスト ボックス 134">
            <a:extLst>
              <a:ext uri="{FF2B5EF4-FFF2-40B4-BE49-F238E27FC236}">
                <a16:creationId xmlns:a16="http://schemas.microsoft.com/office/drawing/2014/main" id="{9D5BE67A-95AD-49D6-A3F4-C481638E8959}"/>
              </a:ext>
            </a:extLst>
          </p:cNvPr>
          <p:cNvSpPr txBox="1"/>
          <p:nvPr/>
        </p:nvSpPr>
        <p:spPr>
          <a:xfrm>
            <a:off x="6290734" y="3882366"/>
            <a:ext cx="1659466" cy="646331"/>
          </a:xfrm>
          <a:prstGeom prst="rect">
            <a:avLst/>
          </a:prstGeom>
          <a:solidFill>
            <a:schemeClr val="bg1"/>
          </a:solidFill>
          <a:ln>
            <a:solidFill>
              <a:schemeClr val="tx1"/>
            </a:solidFill>
          </a:ln>
        </p:spPr>
        <p:txBody>
          <a:bodyPr wrap="square" rtlCol="0">
            <a:spAutoFit/>
          </a:bodyPr>
          <a:lstStyle/>
          <a:p>
            <a:r>
              <a:rPr kumimoji="1" lang="ja-JP" altLang="en-US" sz="900" dirty="0"/>
              <a:t>コンポーネントを用意し</a:t>
            </a:r>
            <a:endParaRPr kumimoji="1" lang="en-US" altLang="ja-JP" sz="900" dirty="0"/>
          </a:p>
          <a:p>
            <a:r>
              <a:rPr lang="ja-JP" altLang="en-US" sz="900" dirty="0"/>
              <a:t>オブジェクトに追加できるようにし、保存、変更できるように</a:t>
            </a:r>
            <a:endParaRPr kumimoji="1" lang="ja-JP" altLang="en-US" sz="900" dirty="0"/>
          </a:p>
        </p:txBody>
      </p:sp>
      <p:cxnSp>
        <p:nvCxnSpPr>
          <p:cNvPr id="136" name="直線矢印コネクタ 135">
            <a:extLst>
              <a:ext uri="{FF2B5EF4-FFF2-40B4-BE49-F238E27FC236}">
                <a16:creationId xmlns:a16="http://schemas.microsoft.com/office/drawing/2014/main" id="{5D4BA264-DDF5-431D-AF9A-A5C296F5AAE0}"/>
              </a:ext>
            </a:extLst>
          </p:cNvPr>
          <p:cNvCxnSpPr>
            <a:cxnSpLocks/>
          </p:cNvCxnSpPr>
          <p:nvPr/>
        </p:nvCxnSpPr>
        <p:spPr>
          <a:xfrm>
            <a:off x="7528983" y="3615361"/>
            <a:ext cx="0" cy="26700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7" name="テキスト ボックス 136">
            <a:extLst>
              <a:ext uri="{FF2B5EF4-FFF2-40B4-BE49-F238E27FC236}">
                <a16:creationId xmlns:a16="http://schemas.microsoft.com/office/drawing/2014/main" id="{A63C318A-5613-425A-AAFA-0C3B0249B7EC}"/>
              </a:ext>
            </a:extLst>
          </p:cNvPr>
          <p:cNvSpPr txBox="1"/>
          <p:nvPr/>
        </p:nvSpPr>
        <p:spPr>
          <a:xfrm>
            <a:off x="4349766" y="3888603"/>
            <a:ext cx="1847833" cy="646331"/>
          </a:xfrm>
          <a:prstGeom prst="rect">
            <a:avLst/>
          </a:prstGeom>
          <a:solidFill>
            <a:schemeClr val="bg1"/>
          </a:solidFill>
          <a:ln>
            <a:solidFill>
              <a:schemeClr val="tx1"/>
            </a:solidFill>
          </a:ln>
        </p:spPr>
        <p:txBody>
          <a:bodyPr wrap="square" rtlCol="0">
            <a:spAutoFit/>
          </a:bodyPr>
          <a:lstStyle/>
          <a:p>
            <a:r>
              <a:rPr lang="ja-JP" altLang="en-US" sz="900" dirty="0"/>
              <a:t>可能であれば、マネージャーやシステム等のオブジェクトとして配置できないものの数値も変更できるように</a:t>
            </a:r>
            <a:endParaRPr kumimoji="1" lang="en-US" altLang="ja-JP" sz="900" dirty="0"/>
          </a:p>
        </p:txBody>
      </p:sp>
      <p:cxnSp>
        <p:nvCxnSpPr>
          <p:cNvPr id="138" name="直線矢印コネクタ 137">
            <a:extLst>
              <a:ext uri="{FF2B5EF4-FFF2-40B4-BE49-F238E27FC236}">
                <a16:creationId xmlns:a16="http://schemas.microsoft.com/office/drawing/2014/main" id="{79995F52-8C7D-485E-A82E-B3F3597497B1}"/>
              </a:ext>
            </a:extLst>
          </p:cNvPr>
          <p:cNvCxnSpPr>
            <a:cxnSpLocks/>
          </p:cNvCxnSpPr>
          <p:nvPr/>
        </p:nvCxnSpPr>
        <p:spPr>
          <a:xfrm>
            <a:off x="5607052" y="3613666"/>
            <a:ext cx="0" cy="27493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2" name="テキスト ボックス 141">
            <a:extLst>
              <a:ext uri="{FF2B5EF4-FFF2-40B4-BE49-F238E27FC236}">
                <a16:creationId xmlns:a16="http://schemas.microsoft.com/office/drawing/2014/main" id="{115FEE10-B7C8-43EE-8AFC-441FD10C6516}"/>
              </a:ext>
            </a:extLst>
          </p:cNvPr>
          <p:cNvSpPr txBox="1"/>
          <p:nvPr/>
        </p:nvSpPr>
        <p:spPr>
          <a:xfrm>
            <a:off x="2283895" y="4866985"/>
            <a:ext cx="1847832" cy="507831"/>
          </a:xfrm>
          <a:prstGeom prst="rect">
            <a:avLst/>
          </a:prstGeom>
          <a:solidFill>
            <a:schemeClr val="bg1"/>
          </a:solidFill>
          <a:ln>
            <a:solidFill>
              <a:schemeClr val="tx1"/>
            </a:solidFill>
          </a:ln>
        </p:spPr>
        <p:txBody>
          <a:bodyPr wrap="square" rtlCol="0">
            <a:spAutoFit/>
          </a:bodyPr>
          <a:lstStyle/>
          <a:p>
            <a:r>
              <a:rPr kumimoji="1" lang="en-US" altLang="ja-JP" sz="900" dirty="0"/>
              <a:t>Update</a:t>
            </a:r>
            <a:r>
              <a:rPr kumimoji="1" lang="ja-JP" altLang="en-US" sz="900" dirty="0"/>
              <a:t>等の挙動を書いたスクリプトをオブジェクトに追加できるように</a:t>
            </a:r>
          </a:p>
        </p:txBody>
      </p:sp>
      <p:cxnSp>
        <p:nvCxnSpPr>
          <p:cNvPr id="143" name="直線矢印コネクタ 142">
            <a:extLst>
              <a:ext uri="{FF2B5EF4-FFF2-40B4-BE49-F238E27FC236}">
                <a16:creationId xmlns:a16="http://schemas.microsoft.com/office/drawing/2014/main" id="{18983CD1-3183-4418-99F0-72B345EECF7A}"/>
              </a:ext>
            </a:extLst>
          </p:cNvPr>
          <p:cNvCxnSpPr>
            <a:cxnSpLocks/>
          </p:cNvCxnSpPr>
          <p:nvPr/>
        </p:nvCxnSpPr>
        <p:spPr>
          <a:xfrm>
            <a:off x="5588010" y="4534934"/>
            <a:ext cx="0" cy="30297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6" name="テキスト ボックス 145">
            <a:extLst>
              <a:ext uri="{FF2B5EF4-FFF2-40B4-BE49-F238E27FC236}">
                <a16:creationId xmlns:a16="http://schemas.microsoft.com/office/drawing/2014/main" id="{4C910C4E-DBE4-4F92-81BE-2AEAA428FA59}"/>
              </a:ext>
            </a:extLst>
          </p:cNvPr>
          <p:cNvSpPr txBox="1"/>
          <p:nvPr/>
        </p:nvSpPr>
        <p:spPr>
          <a:xfrm>
            <a:off x="4360334" y="4866985"/>
            <a:ext cx="1847832" cy="507831"/>
          </a:xfrm>
          <a:prstGeom prst="rect">
            <a:avLst/>
          </a:prstGeom>
          <a:solidFill>
            <a:schemeClr val="bg1"/>
          </a:solidFill>
          <a:ln>
            <a:solidFill>
              <a:schemeClr val="tx1"/>
            </a:solidFill>
          </a:ln>
        </p:spPr>
        <p:txBody>
          <a:bodyPr wrap="square" rtlCol="0">
            <a:spAutoFit/>
          </a:bodyPr>
          <a:lstStyle/>
          <a:p>
            <a:r>
              <a:rPr kumimoji="1" lang="ja-JP" altLang="en-US" sz="900" dirty="0"/>
              <a:t>可能であれば、エディターのみでオブジェクトを配置できるように</a:t>
            </a:r>
            <a:endParaRPr kumimoji="1" lang="en-US" altLang="ja-JP" sz="900" dirty="0"/>
          </a:p>
        </p:txBody>
      </p:sp>
      <p:cxnSp>
        <p:nvCxnSpPr>
          <p:cNvPr id="147" name="直線矢印コネクタ 146">
            <a:extLst>
              <a:ext uri="{FF2B5EF4-FFF2-40B4-BE49-F238E27FC236}">
                <a16:creationId xmlns:a16="http://schemas.microsoft.com/office/drawing/2014/main" id="{12C536D1-25F2-49F5-AF00-EDB51D21576E}"/>
              </a:ext>
            </a:extLst>
          </p:cNvPr>
          <p:cNvCxnSpPr>
            <a:cxnSpLocks/>
            <a:endCxn id="142" idx="3"/>
          </p:cNvCxnSpPr>
          <p:nvPr/>
        </p:nvCxnSpPr>
        <p:spPr>
          <a:xfrm flipH="1">
            <a:off x="4131727" y="5120900"/>
            <a:ext cx="218040"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5" name="直線矢印コネクタ 154">
            <a:extLst>
              <a:ext uri="{FF2B5EF4-FFF2-40B4-BE49-F238E27FC236}">
                <a16:creationId xmlns:a16="http://schemas.microsoft.com/office/drawing/2014/main" id="{E1503593-656E-4CC5-9082-789AE29D01A3}"/>
              </a:ext>
            </a:extLst>
          </p:cNvPr>
          <p:cNvCxnSpPr>
            <a:cxnSpLocks/>
          </p:cNvCxnSpPr>
          <p:nvPr/>
        </p:nvCxnSpPr>
        <p:spPr>
          <a:xfrm>
            <a:off x="5588010" y="5374028"/>
            <a:ext cx="0" cy="30297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6" name="テキスト ボックス 155">
            <a:extLst>
              <a:ext uri="{FF2B5EF4-FFF2-40B4-BE49-F238E27FC236}">
                <a16:creationId xmlns:a16="http://schemas.microsoft.com/office/drawing/2014/main" id="{3815A6C4-37DC-4E4B-8443-DF1337CAA8AC}"/>
              </a:ext>
            </a:extLst>
          </p:cNvPr>
          <p:cNvSpPr txBox="1"/>
          <p:nvPr/>
        </p:nvSpPr>
        <p:spPr>
          <a:xfrm>
            <a:off x="4360334" y="5706079"/>
            <a:ext cx="1847832" cy="507831"/>
          </a:xfrm>
          <a:prstGeom prst="rect">
            <a:avLst/>
          </a:prstGeom>
          <a:solidFill>
            <a:schemeClr val="bg1"/>
          </a:solidFill>
          <a:ln>
            <a:solidFill>
              <a:schemeClr val="tx1"/>
            </a:solidFill>
          </a:ln>
        </p:spPr>
        <p:txBody>
          <a:bodyPr wrap="square" rtlCol="0">
            <a:spAutoFit/>
          </a:bodyPr>
          <a:lstStyle/>
          <a:p>
            <a:r>
              <a:rPr kumimoji="1" lang="ja-JP" altLang="en-US" sz="900" dirty="0"/>
              <a:t>エディターで生成したオブジェクトを保存し、ファクトリーを使用してオブジェクトを生成</a:t>
            </a:r>
            <a:endParaRPr kumimoji="1" lang="en-US" altLang="ja-JP" sz="900" dirty="0"/>
          </a:p>
        </p:txBody>
      </p:sp>
      <p:sp>
        <p:nvSpPr>
          <p:cNvPr id="160" name="テキスト ボックス 159">
            <a:extLst>
              <a:ext uri="{FF2B5EF4-FFF2-40B4-BE49-F238E27FC236}">
                <a16:creationId xmlns:a16="http://schemas.microsoft.com/office/drawing/2014/main" id="{69F7C4FF-BE34-438E-99BE-4AE342E3DC5C}"/>
              </a:ext>
            </a:extLst>
          </p:cNvPr>
          <p:cNvSpPr txBox="1"/>
          <p:nvPr/>
        </p:nvSpPr>
        <p:spPr>
          <a:xfrm>
            <a:off x="2951729" y="3244334"/>
            <a:ext cx="1131370" cy="369332"/>
          </a:xfrm>
          <a:prstGeom prst="rect">
            <a:avLst/>
          </a:prstGeom>
          <a:solidFill>
            <a:schemeClr val="bg1"/>
          </a:solidFill>
          <a:ln>
            <a:solidFill>
              <a:schemeClr val="tx1"/>
            </a:solidFill>
          </a:ln>
        </p:spPr>
        <p:txBody>
          <a:bodyPr wrap="square" rtlCol="0">
            <a:spAutoFit/>
          </a:bodyPr>
          <a:lstStyle/>
          <a:p>
            <a:r>
              <a:rPr kumimoji="1" lang="ja-JP" altLang="en-US" sz="900" dirty="0"/>
              <a:t>マウス操作</a:t>
            </a:r>
            <a:endParaRPr kumimoji="1" lang="en-US" altLang="ja-JP" sz="900" dirty="0"/>
          </a:p>
          <a:p>
            <a:r>
              <a:rPr kumimoji="1" lang="ja-JP" altLang="en-US" sz="900" dirty="0"/>
              <a:t>キーボード操作</a:t>
            </a:r>
          </a:p>
        </p:txBody>
      </p:sp>
      <p:cxnSp>
        <p:nvCxnSpPr>
          <p:cNvPr id="161" name="直線矢印コネクタ 160">
            <a:extLst>
              <a:ext uri="{FF2B5EF4-FFF2-40B4-BE49-F238E27FC236}">
                <a16:creationId xmlns:a16="http://schemas.microsoft.com/office/drawing/2014/main" id="{D4C7B744-E8E1-4481-BEEC-EDC063146461}"/>
              </a:ext>
            </a:extLst>
          </p:cNvPr>
          <p:cNvCxnSpPr>
            <a:cxnSpLocks/>
            <a:stCxn id="21" idx="1"/>
            <a:endCxn id="160" idx="3"/>
          </p:cNvCxnSpPr>
          <p:nvPr/>
        </p:nvCxnSpPr>
        <p:spPr>
          <a:xfrm flipH="1">
            <a:off x="4083099" y="3429000"/>
            <a:ext cx="38204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5" name="テキスト ボックス 164">
            <a:extLst>
              <a:ext uri="{FF2B5EF4-FFF2-40B4-BE49-F238E27FC236}">
                <a16:creationId xmlns:a16="http://schemas.microsoft.com/office/drawing/2014/main" id="{9CE40E0E-5656-4D2F-B043-26C7936FC9CC}"/>
              </a:ext>
            </a:extLst>
          </p:cNvPr>
          <p:cNvSpPr txBox="1"/>
          <p:nvPr/>
        </p:nvSpPr>
        <p:spPr>
          <a:xfrm>
            <a:off x="5427132" y="2772577"/>
            <a:ext cx="1337733" cy="230832"/>
          </a:xfrm>
          <a:prstGeom prst="rect">
            <a:avLst/>
          </a:prstGeom>
          <a:solidFill>
            <a:schemeClr val="bg1"/>
          </a:solidFill>
          <a:ln>
            <a:solidFill>
              <a:schemeClr val="tx1"/>
            </a:solidFill>
          </a:ln>
        </p:spPr>
        <p:txBody>
          <a:bodyPr wrap="square" rtlCol="0">
            <a:spAutoFit/>
          </a:bodyPr>
          <a:lstStyle/>
          <a:p>
            <a:r>
              <a:rPr kumimoji="1" lang="ja-JP" altLang="en-US" sz="900" dirty="0"/>
              <a:t>オブジェクトを配置</a:t>
            </a:r>
            <a:endParaRPr kumimoji="1" lang="en-US" altLang="ja-JP" sz="900" dirty="0"/>
          </a:p>
        </p:txBody>
      </p:sp>
      <p:cxnSp>
        <p:nvCxnSpPr>
          <p:cNvPr id="166" name="直線矢印コネクタ 165">
            <a:extLst>
              <a:ext uri="{FF2B5EF4-FFF2-40B4-BE49-F238E27FC236}">
                <a16:creationId xmlns:a16="http://schemas.microsoft.com/office/drawing/2014/main" id="{7E3CE855-0E45-43E5-AD1A-9B6B9342DCA8}"/>
              </a:ext>
            </a:extLst>
          </p:cNvPr>
          <p:cNvCxnSpPr>
            <a:cxnSpLocks/>
          </p:cNvCxnSpPr>
          <p:nvPr/>
        </p:nvCxnSpPr>
        <p:spPr>
          <a:xfrm flipV="1">
            <a:off x="6095999" y="3003410"/>
            <a:ext cx="0" cy="23866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7" name="テキスト ボックス 166">
            <a:extLst>
              <a:ext uri="{FF2B5EF4-FFF2-40B4-BE49-F238E27FC236}">
                <a16:creationId xmlns:a16="http://schemas.microsoft.com/office/drawing/2014/main" id="{5C3726C3-C7D9-41AD-9E87-A416DB24229E}"/>
              </a:ext>
            </a:extLst>
          </p:cNvPr>
          <p:cNvSpPr txBox="1"/>
          <p:nvPr/>
        </p:nvSpPr>
        <p:spPr>
          <a:xfrm>
            <a:off x="3817425" y="2543753"/>
            <a:ext cx="1337733" cy="369332"/>
          </a:xfrm>
          <a:prstGeom prst="rect">
            <a:avLst/>
          </a:prstGeom>
          <a:solidFill>
            <a:schemeClr val="bg1"/>
          </a:solidFill>
          <a:ln>
            <a:solidFill>
              <a:schemeClr val="tx1"/>
            </a:solidFill>
          </a:ln>
        </p:spPr>
        <p:txBody>
          <a:bodyPr wrap="square" rtlCol="0">
            <a:spAutoFit/>
          </a:bodyPr>
          <a:lstStyle/>
          <a:p>
            <a:r>
              <a:rPr lang="en-US" altLang="ja-JP" sz="900" dirty="0"/>
              <a:t>UI</a:t>
            </a:r>
            <a:r>
              <a:rPr lang="ja-JP" altLang="en-US" sz="900" dirty="0"/>
              <a:t>の範囲を可変</a:t>
            </a:r>
            <a:endParaRPr lang="en-US" altLang="ja-JP" sz="900" dirty="0"/>
          </a:p>
          <a:p>
            <a:r>
              <a:rPr kumimoji="1" lang="en-US" altLang="ja-JP" sz="900" dirty="0"/>
              <a:t>UI</a:t>
            </a:r>
            <a:r>
              <a:rPr kumimoji="1" lang="ja-JP" altLang="en-US" sz="900" dirty="0"/>
              <a:t>との当たり判定</a:t>
            </a:r>
            <a:endParaRPr kumimoji="1" lang="en-US" altLang="ja-JP" sz="900" dirty="0"/>
          </a:p>
        </p:txBody>
      </p:sp>
      <p:cxnSp>
        <p:nvCxnSpPr>
          <p:cNvPr id="168" name="直線矢印コネクタ 167">
            <a:extLst>
              <a:ext uri="{FF2B5EF4-FFF2-40B4-BE49-F238E27FC236}">
                <a16:creationId xmlns:a16="http://schemas.microsoft.com/office/drawing/2014/main" id="{F48067AB-04E8-4FF0-AD72-BDB7F4A529B1}"/>
              </a:ext>
            </a:extLst>
          </p:cNvPr>
          <p:cNvCxnSpPr>
            <a:cxnSpLocks/>
          </p:cNvCxnSpPr>
          <p:nvPr/>
        </p:nvCxnSpPr>
        <p:spPr>
          <a:xfrm flipV="1">
            <a:off x="4878964" y="2900867"/>
            <a:ext cx="0" cy="40618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4" name="テキスト ボックス 173">
            <a:extLst>
              <a:ext uri="{FF2B5EF4-FFF2-40B4-BE49-F238E27FC236}">
                <a16:creationId xmlns:a16="http://schemas.microsoft.com/office/drawing/2014/main" id="{B672E3CB-634F-4C45-949E-FF92CF320D00}"/>
              </a:ext>
            </a:extLst>
          </p:cNvPr>
          <p:cNvSpPr txBox="1"/>
          <p:nvPr/>
        </p:nvSpPr>
        <p:spPr>
          <a:xfrm>
            <a:off x="8553450" y="2698368"/>
            <a:ext cx="1217082" cy="369332"/>
          </a:xfrm>
          <a:prstGeom prst="rect">
            <a:avLst/>
          </a:prstGeom>
          <a:solidFill>
            <a:schemeClr val="bg1"/>
          </a:solidFill>
          <a:ln>
            <a:solidFill>
              <a:schemeClr val="tx1"/>
            </a:solidFill>
          </a:ln>
        </p:spPr>
        <p:txBody>
          <a:bodyPr wrap="square" rtlCol="0">
            <a:spAutoFit/>
          </a:bodyPr>
          <a:lstStyle/>
          <a:p>
            <a:r>
              <a:rPr kumimoji="1" lang="ja-JP" altLang="en-US" sz="900" dirty="0"/>
              <a:t>シーンごとにオブジェクトを配置</a:t>
            </a:r>
          </a:p>
        </p:txBody>
      </p:sp>
      <p:cxnSp>
        <p:nvCxnSpPr>
          <p:cNvPr id="175" name="直線矢印コネクタ 174">
            <a:extLst>
              <a:ext uri="{FF2B5EF4-FFF2-40B4-BE49-F238E27FC236}">
                <a16:creationId xmlns:a16="http://schemas.microsoft.com/office/drawing/2014/main" id="{7C4F5636-8CD3-4736-9651-36A461B34076}"/>
              </a:ext>
            </a:extLst>
          </p:cNvPr>
          <p:cNvCxnSpPr>
            <a:cxnSpLocks/>
            <a:stCxn id="165" idx="3"/>
            <a:endCxn id="174" idx="1"/>
          </p:cNvCxnSpPr>
          <p:nvPr/>
        </p:nvCxnSpPr>
        <p:spPr>
          <a:xfrm flipV="1">
            <a:off x="6764865" y="2883034"/>
            <a:ext cx="1788585" cy="495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5" name="テキスト ボックス 184">
            <a:extLst>
              <a:ext uri="{FF2B5EF4-FFF2-40B4-BE49-F238E27FC236}">
                <a16:creationId xmlns:a16="http://schemas.microsoft.com/office/drawing/2014/main" id="{8439EA3A-B663-4564-A8A1-8222F7A2B601}"/>
              </a:ext>
            </a:extLst>
          </p:cNvPr>
          <p:cNvSpPr txBox="1"/>
          <p:nvPr/>
        </p:nvSpPr>
        <p:spPr>
          <a:xfrm>
            <a:off x="8553450" y="2057156"/>
            <a:ext cx="1521882" cy="369332"/>
          </a:xfrm>
          <a:prstGeom prst="rect">
            <a:avLst/>
          </a:prstGeom>
          <a:solidFill>
            <a:schemeClr val="bg1"/>
          </a:solidFill>
          <a:ln>
            <a:solidFill>
              <a:schemeClr val="tx1"/>
            </a:solidFill>
          </a:ln>
        </p:spPr>
        <p:txBody>
          <a:bodyPr wrap="square" rtlCol="0">
            <a:spAutoFit/>
          </a:bodyPr>
          <a:lstStyle/>
          <a:p>
            <a:r>
              <a:rPr kumimoji="1" lang="ja-JP" altLang="en-US" sz="900" dirty="0"/>
              <a:t>シーンの種類を読み込み切り替えできるように</a:t>
            </a:r>
            <a:endParaRPr kumimoji="1" lang="en-US" altLang="ja-JP" sz="900" dirty="0"/>
          </a:p>
        </p:txBody>
      </p:sp>
      <p:cxnSp>
        <p:nvCxnSpPr>
          <p:cNvPr id="186" name="直線矢印コネクタ 185">
            <a:extLst>
              <a:ext uri="{FF2B5EF4-FFF2-40B4-BE49-F238E27FC236}">
                <a16:creationId xmlns:a16="http://schemas.microsoft.com/office/drawing/2014/main" id="{A71CEBA9-BAD3-418E-9400-D43D83D4CD46}"/>
              </a:ext>
            </a:extLst>
          </p:cNvPr>
          <p:cNvCxnSpPr>
            <a:cxnSpLocks/>
          </p:cNvCxnSpPr>
          <p:nvPr/>
        </p:nvCxnSpPr>
        <p:spPr>
          <a:xfrm flipV="1">
            <a:off x="9222317" y="2439005"/>
            <a:ext cx="0" cy="26870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7" name="テキスト ボックス 186">
            <a:extLst>
              <a:ext uri="{FF2B5EF4-FFF2-40B4-BE49-F238E27FC236}">
                <a16:creationId xmlns:a16="http://schemas.microsoft.com/office/drawing/2014/main" id="{928D8954-8ABB-42F6-9A62-501C9C2DFBD1}"/>
              </a:ext>
            </a:extLst>
          </p:cNvPr>
          <p:cNvSpPr txBox="1"/>
          <p:nvPr/>
        </p:nvSpPr>
        <p:spPr>
          <a:xfrm>
            <a:off x="8553450" y="1410825"/>
            <a:ext cx="1521882" cy="369332"/>
          </a:xfrm>
          <a:prstGeom prst="rect">
            <a:avLst/>
          </a:prstGeom>
          <a:solidFill>
            <a:schemeClr val="bg1"/>
          </a:solidFill>
          <a:ln>
            <a:solidFill>
              <a:schemeClr val="tx1"/>
            </a:solidFill>
          </a:ln>
        </p:spPr>
        <p:txBody>
          <a:bodyPr wrap="square" rtlCol="0">
            <a:spAutoFit/>
          </a:bodyPr>
          <a:lstStyle/>
          <a:p>
            <a:r>
              <a:rPr lang="ja-JP" altLang="en-US" sz="900" dirty="0"/>
              <a:t>可能であればシーンを生成できるように</a:t>
            </a:r>
            <a:endParaRPr kumimoji="1" lang="en-US" altLang="ja-JP" sz="900" dirty="0"/>
          </a:p>
        </p:txBody>
      </p:sp>
      <p:cxnSp>
        <p:nvCxnSpPr>
          <p:cNvPr id="188" name="直線矢印コネクタ 187">
            <a:extLst>
              <a:ext uri="{FF2B5EF4-FFF2-40B4-BE49-F238E27FC236}">
                <a16:creationId xmlns:a16="http://schemas.microsoft.com/office/drawing/2014/main" id="{70ADC176-1E6B-4905-BCC7-4EEE16A76A7E}"/>
              </a:ext>
            </a:extLst>
          </p:cNvPr>
          <p:cNvCxnSpPr>
            <a:cxnSpLocks/>
          </p:cNvCxnSpPr>
          <p:nvPr/>
        </p:nvCxnSpPr>
        <p:spPr>
          <a:xfrm flipV="1">
            <a:off x="9222317" y="1792674"/>
            <a:ext cx="0" cy="26870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9" name="テキスト ボックス 188">
            <a:extLst>
              <a:ext uri="{FF2B5EF4-FFF2-40B4-BE49-F238E27FC236}">
                <a16:creationId xmlns:a16="http://schemas.microsoft.com/office/drawing/2014/main" id="{76D031C4-4FD3-4EA3-8313-3D9BD4B79C2A}"/>
              </a:ext>
            </a:extLst>
          </p:cNvPr>
          <p:cNvSpPr txBox="1"/>
          <p:nvPr/>
        </p:nvSpPr>
        <p:spPr>
          <a:xfrm>
            <a:off x="8553450" y="643870"/>
            <a:ext cx="1521882" cy="507831"/>
          </a:xfrm>
          <a:prstGeom prst="rect">
            <a:avLst/>
          </a:prstGeom>
          <a:solidFill>
            <a:schemeClr val="bg1"/>
          </a:solidFill>
          <a:ln>
            <a:solidFill>
              <a:schemeClr val="tx1"/>
            </a:solidFill>
          </a:ln>
        </p:spPr>
        <p:txBody>
          <a:bodyPr wrap="square" rtlCol="0">
            <a:spAutoFit/>
          </a:bodyPr>
          <a:lstStyle/>
          <a:p>
            <a:r>
              <a:rPr lang="ja-JP" altLang="en-US" sz="900" dirty="0"/>
              <a:t>そのシーンで使用するシステム等を追加変更できるように</a:t>
            </a:r>
            <a:endParaRPr kumimoji="1" lang="en-US" altLang="ja-JP" sz="900" dirty="0"/>
          </a:p>
        </p:txBody>
      </p:sp>
      <p:cxnSp>
        <p:nvCxnSpPr>
          <p:cNvPr id="190" name="直線矢印コネクタ 189">
            <a:extLst>
              <a:ext uri="{FF2B5EF4-FFF2-40B4-BE49-F238E27FC236}">
                <a16:creationId xmlns:a16="http://schemas.microsoft.com/office/drawing/2014/main" id="{9DFF5DB5-66E4-4A02-99C6-C26C87F9A95A}"/>
              </a:ext>
            </a:extLst>
          </p:cNvPr>
          <p:cNvCxnSpPr>
            <a:cxnSpLocks/>
          </p:cNvCxnSpPr>
          <p:nvPr/>
        </p:nvCxnSpPr>
        <p:spPr>
          <a:xfrm flipV="1">
            <a:off x="9222317" y="1151701"/>
            <a:ext cx="0" cy="26870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829763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FB9493A-CCC4-45B6-938D-C8C8FF6013B7}"/>
              </a:ext>
            </a:extLst>
          </p:cNvPr>
          <p:cNvSpPr>
            <a:spLocks noGrp="1"/>
          </p:cNvSpPr>
          <p:nvPr>
            <p:ph type="title"/>
          </p:nvPr>
        </p:nvSpPr>
        <p:spPr/>
        <p:txBody>
          <a:bodyPr/>
          <a:lstStyle/>
          <a:p>
            <a:r>
              <a:rPr kumimoji="1" lang="ja-JP" altLang="en-US" dirty="0"/>
              <a:t>コンポーネントの種類</a:t>
            </a:r>
          </a:p>
        </p:txBody>
      </p:sp>
      <p:sp>
        <p:nvSpPr>
          <p:cNvPr id="3" name="コンテンツ プレースホルダー 2">
            <a:extLst>
              <a:ext uri="{FF2B5EF4-FFF2-40B4-BE49-F238E27FC236}">
                <a16:creationId xmlns:a16="http://schemas.microsoft.com/office/drawing/2014/main" id="{DCE231B8-993A-49DE-9B58-951B216F3417}"/>
              </a:ext>
            </a:extLst>
          </p:cNvPr>
          <p:cNvSpPr>
            <a:spLocks noGrp="1"/>
          </p:cNvSpPr>
          <p:nvPr>
            <p:ph idx="1"/>
          </p:nvPr>
        </p:nvSpPr>
        <p:spPr/>
        <p:txBody>
          <a:bodyPr/>
          <a:lstStyle/>
          <a:p>
            <a:r>
              <a:rPr kumimoji="1" lang="ja-JP" altLang="en-US" dirty="0"/>
              <a:t>コライダー</a:t>
            </a:r>
            <a:endParaRPr kumimoji="1" lang="en-US" altLang="ja-JP" dirty="0"/>
          </a:p>
          <a:p>
            <a:r>
              <a:rPr lang="ja-JP" altLang="en-US" dirty="0"/>
              <a:t>レンダラー</a:t>
            </a:r>
            <a:endParaRPr lang="en-US" altLang="ja-JP" dirty="0"/>
          </a:p>
          <a:p>
            <a:r>
              <a:rPr lang="ja-JP" altLang="en-US" dirty="0"/>
              <a:t>リジッドボディ</a:t>
            </a:r>
            <a:endParaRPr lang="en-US" altLang="ja-JP" dirty="0"/>
          </a:p>
          <a:p>
            <a:r>
              <a:rPr lang="ja-JP" altLang="en-US" dirty="0"/>
              <a:t>インプット</a:t>
            </a:r>
            <a:endParaRPr kumimoji="1" lang="ja-JP" altLang="en-US" dirty="0"/>
          </a:p>
        </p:txBody>
      </p:sp>
    </p:spTree>
    <p:extLst>
      <p:ext uri="{BB962C8B-B14F-4D97-AF65-F5344CB8AC3E}">
        <p14:creationId xmlns:p14="http://schemas.microsoft.com/office/powerpoint/2010/main" val="9628795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1732CDF-7A0A-4DC5-84B0-1B944AE76534}"/>
              </a:ext>
            </a:extLst>
          </p:cNvPr>
          <p:cNvSpPr>
            <a:spLocks noGrp="1"/>
          </p:cNvSpPr>
          <p:nvPr>
            <p:ph type="title"/>
          </p:nvPr>
        </p:nvSpPr>
        <p:spPr/>
        <p:txBody>
          <a:bodyPr/>
          <a:lstStyle/>
          <a:p>
            <a:r>
              <a:rPr kumimoji="1" lang="ja-JP" altLang="en-US" dirty="0"/>
              <a:t>コライダー</a:t>
            </a:r>
          </a:p>
        </p:txBody>
      </p:sp>
      <p:sp>
        <p:nvSpPr>
          <p:cNvPr id="3" name="コンテンツ プレースホルダー 2">
            <a:extLst>
              <a:ext uri="{FF2B5EF4-FFF2-40B4-BE49-F238E27FC236}">
                <a16:creationId xmlns:a16="http://schemas.microsoft.com/office/drawing/2014/main" id="{C95C549A-FC74-4F28-8A3B-881B47634959}"/>
              </a:ext>
            </a:extLst>
          </p:cNvPr>
          <p:cNvSpPr>
            <a:spLocks noGrp="1"/>
          </p:cNvSpPr>
          <p:nvPr>
            <p:ph idx="1"/>
          </p:nvPr>
        </p:nvSpPr>
        <p:spPr/>
        <p:txBody>
          <a:bodyPr/>
          <a:lstStyle/>
          <a:p>
            <a:r>
              <a:rPr lang="ja-JP" altLang="en-US" dirty="0"/>
              <a:t>ボックス、球、カプセル、メッシュ</a:t>
            </a:r>
            <a:endParaRPr lang="en-US" altLang="ja-JP" dirty="0"/>
          </a:p>
          <a:p>
            <a:r>
              <a:rPr kumimoji="1" lang="ja-JP" altLang="en-US" dirty="0"/>
              <a:t>自身のレイヤー</a:t>
            </a:r>
            <a:endParaRPr kumimoji="1" lang="en-US" altLang="ja-JP" dirty="0"/>
          </a:p>
          <a:p>
            <a:r>
              <a:rPr lang="ja-JP" altLang="en-US" dirty="0"/>
              <a:t>対応するマスク</a:t>
            </a:r>
            <a:endParaRPr lang="en-US" altLang="ja-JP" dirty="0"/>
          </a:p>
          <a:p>
            <a:r>
              <a:rPr lang="ja-JP" altLang="en-US" dirty="0"/>
              <a:t>当たり判定のタグ</a:t>
            </a:r>
            <a:endParaRPr lang="en-US" altLang="ja-JP" dirty="0"/>
          </a:p>
          <a:p>
            <a:r>
              <a:rPr kumimoji="1" lang="ja-JP" altLang="en-US" dirty="0"/>
              <a:t>親の</a:t>
            </a:r>
            <a:r>
              <a:rPr kumimoji="1" lang="en-US" altLang="ja-JP" dirty="0"/>
              <a:t>Actor</a:t>
            </a:r>
            <a:r>
              <a:rPr kumimoji="1" lang="ja-JP" altLang="en-US" dirty="0"/>
              <a:t>を保存</a:t>
            </a:r>
            <a:endParaRPr kumimoji="1" lang="en-US" altLang="ja-JP" dirty="0"/>
          </a:p>
          <a:p>
            <a:r>
              <a:rPr lang="ja-JP" altLang="en-US" dirty="0"/>
              <a:t>親の座標からのローカル座標、ローカル回転</a:t>
            </a:r>
            <a:endParaRPr kumimoji="1" lang="ja-JP" altLang="en-US" dirty="0"/>
          </a:p>
        </p:txBody>
      </p:sp>
    </p:spTree>
    <p:extLst>
      <p:ext uri="{BB962C8B-B14F-4D97-AF65-F5344CB8AC3E}">
        <p14:creationId xmlns:p14="http://schemas.microsoft.com/office/powerpoint/2010/main" val="22801226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0415342-CF11-4B23-BD46-86C0D26780D4}"/>
              </a:ext>
            </a:extLst>
          </p:cNvPr>
          <p:cNvSpPr>
            <a:spLocks noGrp="1"/>
          </p:cNvSpPr>
          <p:nvPr>
            <p:ph type="title"/>
          </p:nvPr>
        </p:nvSpPr>
        <p:spPr/>
        <p:txBody>
          <a:bodyPr/>
          <a:lstStyle/>
          <a:p>
            <a:r>
              <a:rPr kumimoji="1" lang="ja-JP" altLang="en-US" dirty="0"/>
              <a:t>リジッドボディ</a:t>
            </a:r>
          </a:p>
        </p:txBody>
      </p:sp>
      <p:sp>
        <p:nvSpPr>
          <p:cNvPr id="3" name="コンテンツ プレースホルダー 2">
            <a:extLst>
              <a:ext uri="{FF2B5EF4-FFF2-40B4-BE49-F238E27FC236}">
                <a16:creationId xmlns:a16="http://schemas.microsoft.com/office/drawing/2014/main" id="{6263A916-A529-499C-8032-E5DE5B3EF356}"/>
              </a:ext>
            </a:extLst>
          </p:cNvPr>
          <p:cNvSpPr>
            <a:spLocks noGrp="1"/>
          </p:cNvSpPr>
          <p:nvPr>
            <p:ph idx="1"/>
          </p:nvPr>
        </p:nvSpPr>
        <p:spPr/>
        <p:txBody>
          <a:bodyPr/>
          <a:lstStyle/>
          <a:p>
            <a:r>
              <a:rPr kumimoji="1" lang="ja-JP" altLang="en-US" dirty="0"/>
              <a:t>ボディタイプ</a:t>
            </a:r>
            <a:r>
              <a:rPr kumimoji="1" lang="en-US" altLang="ja-JP" dirty="0"/>
              <a:t>(</a:t>
            </a:r>
            <a:r>
              <a:rPr kumimoji="1" lang="ja-JP" altLang="en-US" dirty="0"/>
              <a:t>ダイナミック、キネマティック、スタティック</a:t>
            </a:r>
            <a:r>
              <a:rPr kumimoji="1" lang="en-US" altLang="ja-JP" dirty="0"/>
              <a:t>)</a:t>
            </a:r>
          </a:p>
          <a:p>
            <a:r>
              <a:rPr lang="ja-JP" altLang="en-US" dirty="0"/>
              <a:t>質量、逆質量</a:t>
            </a:r>
            <a:endParaRPr lang="en-US" altLang="ja-JP" dirty="0"/>
          </a:p>
          <a:p>
            <a:r>
              <a:rPr lang="ja-JP" altLang="en-US" dirty="0"/>
              <a:t>速度、力</a:t>
            </a:r>
            <a:endParaRPr lang="en-US" altLang="ja-JP" dirty="0"/>
          </a:p>
          <a:p>
            <a:r>
              <a:rPr lang="ja-JP" altLang="en-US" dirty="0"/>
              <a:t>接地判定</a:t>
            </a:r>
            <a:endParaRPr kumimoji="1" lang="en-US" altLang="ja-JP" dirty="0"/>
          </a:p>
          <a:p>
            <a:r>
              <a:rPr kumimoji="1" lang="ja-JP" altLang="en-US" dirty="0"/>
              <a:t>実装未定</a:t>
            </a:r>
            <a:endParaRPr kumimoji="1" lang="en-US" altLang="ja-JP" dirty="0"/>
          </a:p>
          <a:p>
            <a:r>
              <a:rPr lang="ja-JP" altLang="en-US" dirty="0"/>
              <a:t>摩擦、反発係数</a:t>
            </a:r>
            <a:endParaRPr kumimoji="1" lang="ja-JP" altLang="en-US" dirty="0"/>
          </a:p>
        </p:txBody>
      </p:sp>
    </p:spTree>
    <p:extLst>
      <p:ext uri="{BB962C8B-B14F-4D97-AF65-F5344CB8AC3E}">
        <p14:creationId xmlns:p14="http://schemas.microsoft.com/office/powerpoint/2010/main" val="10184346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82FC200-F7B1-4A71-B3D3-DF7FAEA40AD2}"/>
              </a:ext>
            </a:extLst>
          </p:cNvPr>
          <p:cNvSpPr>
            <a:spLocks noGrp="1"/>
          </p:cNvSpPr>
          <p:nvPr>
            <p:ph type="title"/>
          </p:nvPr>
        </p:nvSpPr>
        <p:spPr/>
        <p:txBody>
          <a:bodyPr/>
          <a:lstStyle/>
          <a:p>
            <a:r>
              <a:rPr kumimoji="1" lang="ja-JP" altLang="en-US" dirty="0"/>
              <a:t>インプット</a:t>
            </a:r>
          </a:p>
        </p:txBody>
      </p:sp>
      <p:sp>
        <p:nvSpPr>
          <p:cNvPr id="3" name="コンテンツ プレースホルダー 2">
            <a:extLst>
              <a:ext uri="{FF2B5EF4-FFF2-40B4-BE49-F238E27FC236}">
                <a16:creationId xmlns:a16="http://schemas.microsoft.com/office/drawing/2014/main" id="{7DA03977-4A48-4C02-8E45-7DE282DDB6B4}"/>
              </a:ext>
            </a:extLst>
          </p:cNvPr>
          <p:cNvSpPr>
            <a:spLocks noGrp="1"/>
          </p:cNvSpPr>
          <p:nvPr>
            <p:ph idx="1"/>
          </p:nvPr>
        </p:nvSpPr>
        <p:spPr/>
        <p:txBody>
          <a:bodyPr/>
          <a:lstStyle/>
          <a:p>
            <a:r>
              <a:rPr kumimoji="1" lang="ja-JP" altLang="en-US" dirty="0"/>
              <a:t>移動に使用するキーを保存</a:t>
            </a:r>
            <a:endParaRPr kumimoji="1" lang="en-US" altLang="ja-JP" dirty="0"/>
          </a:p>
          <a:p>
            <a:endParaRPr lang="en-US" altLang="ja-JP" dirty="0"/>
          </a:p>
          <a:p>
            <a:r>
              <a:rPr kumimoji="1" lang="ja-JP" altLang="en-US" dirty="0"/>
              <a:t>可能であれば使用するキーを新規</a:t>
            </a:r>
            <a:r>
              <a:rPr lang="ja-JP" altLang="en-US" dirty="0"/>
              <a:t>に設定できるように</a:t>
            </a:r>
            <a:endParaRPr lang="en-US" altLang="ja-JP" dirty="0"/>
          </a:p>
          <a:p>
            <a:r>
              <a:rPr lang="ja-JP" altLang="en-US" dirty="0"/>
              <a:t>可能であれば</a:t>
            </a:r>
            <a:r>
              <a:rPr kumimoji="1" lang="ja-JP" altLang="en-US" dirty="0"/>
              <a:t>キーに対応するアクションを実行できるように</a:t>
            </a:r>
            <a:endParaRPr kumimoji="1" lang="en-US" altLang="ja-JP" dirty="0"/>
          </a:p>
        </p:txBody>
      </p:sp>
    </p:spTree>
    <p:extLst>
      <p:ext uri="{BB962C8B-B14F-4D97-AF65-F5344CB8AC3E}">
        <p14:creationId xmlns:p14="http://schemas.microsoft.com/office/powerpoint/2010/main" val="35798302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CF2B298-5DCD-49D3-A705-919FEAF3AD69}"/>
              </a:ext>
            </a:extLst>
          </p:cNvPr>
          <p:cNvSpPr>
            <a:spLocks noGrp="1"/>
          </p:cNvSpPr>
          <p:nvPr>
            <p:ph type="title"/>
          </p:nvPr>
        </p:nvSpPr>
        <p:spPr/>
        <p:txBody>
          <a:bodyPr/>
          <a:lstStyle/>
          <a:p>
            <a:r>
              <a:rPr kumimoji="1" lang="ja-JP" altLang="en-US" dirty="0"/>
              <a:t>レンダラー</a:t>
            </a:r>
          </a:p>
        </p:txBody>
      </p:sp>
      <p:sp>
        <p:nvSpPr>
          <p:cNvPr id="3" name="コンテンツ プレースホルダー 2">
            <a:extLst>
              <a:ext uri="{FF2B5EF4-FFF2-40B4-BE49-F238E27FC236}">
                <a16:creationId xmlns:a16="http://schemas.microsoft.com/office/drawing/2014/main" id="{9F14A565-ECD8-4D87-9EAF-9A4AA2A643D8}"/>
              </a:ext>
            </a:extLst>
          </p:cNvPr>
          <p:cNvSpPr>
            <a:spLocks noGrp="1"/>
          </p:cNvSpPr>
          <p:nvPr>
            <p:ph idx="1"/>
          </p:nvPr>
        </p:nvSpPr>
        <p:spPr/>
        <p:txBody>
          <a:bodyPr/>
          <a:lstStyle/>
          <a:p>
            <a:r>
              <a:rPr kumimoji="1" lang="ja-JP" altLang="en-US" dirty="0"/>
              <a:t>マテリアル</a:t>
            </a:r>
            <a:endParaRPr kumimoji="1" lang="en-US" altLang="ja-JP" dirty="0"/>
          </a:p>
          <a:p>
            <a:r>
              <a:rPr lang="ja-JP" altLang="en-US" dirty="0"/>
              <a:t>影を落とすかどうか</a:t>
            </a:r>
            <a:endParaRPr lang="en-US" altLang="ja-JP" dirty="0"/>
          </a:p>
          <a:p>
            <a:r>
              <a:rPr kumimoji="1" lang="ja-JP" altLang="en-US" dirty="0"/>
              <a:t>影を受けるかどうか</a:t>
            </a:r>
            <a:endParaRPr kumimoji="1" lang="en-US" altLang="ja-JP" dirty="0"/>
          </a:p>
          <a:p>
            <a:r>
              <a:rPr lang="ja-JP" altLang="en-US" dirty="0"/>
              <a:t>光や反射をどれくらい受けるか</a:t>
            </a:r>
            <a:endParaRPr lang="en-US" altLang="ja-JP" dirty="0"/>
          </a:p>
          <a:p>
            <a:r>
              <a:rPr kumimoji="1" lang="ja-JP" altLang="en-US" dirty="0"/>
              <a:t>描画の種類</a:t>
            </a:r>
            <a:r>
              <a:rPr kumimoji="1" lang="en-US" altLang="ja-JP" dirty="0"/>
              <a:t>(</a:t>
            </a:r>
            <a:r>
              <a:rPr kumimoji="1" lang="ja-JP" altLang="en-US" dirty="0"/>
              <a:t>３</a:t>
            </a:r>
            <a:r>
              <a:rPr kumimoji="1" lang="en-US" altLang="ja-JP" dirty="0"/>
              <a:t>D</a:t>
            </a:r>
            <a:r>
              <a:rPr kumimoji="1" lang="ja-JP" altLang="en-US" dirty="0" err="1"/>
              <a:t>、</a:t>
            </a:r>
            <a:r>
              <a:rPr kumimoji="1" lang="ja-JP" altLang="en-US" dirty="0"/>
              <a:t>２</a:t>
            </a:r>
            <a:r>
              <a:rPr kumimoji="1" lang="en-US" altLang="ja-JP" dirty="0"/>
              <a:t>D</a:t>
            </a:r>
            <a:r>
              <a:rPr kumimoji="1" lang="ja-JP" altLang="en-US" dirty="0" err="1"/>
              <a:t>、</a:t>
            </a:r>
            <a:r>
              <a:rPr kumimoji="1" lang="ja-JP" altLang="en-US" dirty="0"/>
              <a:t>アニメーション</a:t>
            </a:r>
            <a:r>
              <a:rPr kumimoji="1" lang="en-US" altLang="ja-JP" dirty="0"/>
              <a:t>)</a:t>
            </a:r>
          </a:p>
          <a:p>
            <a:r>
              <a:rPr lang="ja-JP" altLang="en-US" dirty="0"/>
              <a:t>描画順</a:t>
            </a:r>
            <a:endParaRPr lang="en-US" altLang="ja-JP" dirty="0"/>
          </a:p>
          <a:p>
            <a:r>
              <a:rPr kumimoji="1" lang="ja-JP" altLang="en-US" dirty="0"/>
              <a:t>不透明、半透明</a:t>
            </a:r>
            <a:endParaRPr kumimoji="1" lang="en-US" altLang="ja-JP" dirty="0"/>
          </a:p>
          <a:p>
            <a:pPr marL="0" indent="0">
              <a:buNone/>
            </a:pPr>
            <a:r>
              <a:rPr lang="ja-JP" altLang="en-US" dirty="0"/>
              <a:t>等</a:t>
            </a:r>
            <a:endParaRPr kumimoji="1" lang="ja-JP" altLang="en-US" dirty="0"/>
          </a:p>
        </p:txBody>
      </p:sp>
    </p:spTree>
    <p:extLst>
      <p:ext uri="{BB962C8B-B14F-4D97-AF65-F5344CB8AC3E}">
        <p14:creationId xmlns:p14="http://schemas.microsoft.com/office/powerpoint/2010/main" val="1507690208"/>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TotalTime>
  <Words>392</Words>
  <Application>Microsoft Office PowerPoint</Application>
  <PresentationFormat>ワイド画面</PresentationFormat>
  <Paragraphs>71</Paragraphs>
  <Slides>7</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7</vt:i4>
      </vt:variant>
    </vt:vector>
  </HeadingPairs>
  <TitlesOfParts>
    <vt:vector size="11" baseType="lpstr">
      <vt:lpstr>游ゴシック</vt:lpstr>
      <vt:lpstr>游ゴシック Light</vt:lpstr>
      <vt:lpstr>Arial</vt:lpstr>
      <vt:lpstr>Office テーマ</vt:lpstr>
      <vt:lpstr>PowerPoint プレゼンテーション</vt:lpstr>
      <vt:lpstr>PowerPoint プレゼンテーション</vt:lpstr>
      <vt:lpstr>コンポーネントの種類</vt:lpstr>
      <vt:lpstr>コライダー</vt:lpstr>
      <vt:lpstr>リジッドボディ</vt:lpstr>
      <vt:lpstr>インプット</vt:lpstr>
      <vt:lpstr>レンダラー</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山﨑 佑斗</dc:creator>
  <cp:lastModifiedBy>山﨑 佑斗</cp:lastModifiedBy>
  <cp:revision>8</cp:revision>
  <dcterms:created xsi:type="dcterms:W3CDTF">2026-02-10T01:54:54Z</dcterms:created>
  <dcterms:modified xsi:type="dcterms:W3CDTF">2026-02-10T02:51:36Z</dcterms:modified>
</cp:coreProperties>
</file>